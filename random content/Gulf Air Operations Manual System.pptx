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5"/>
  </p:sldMasterIdLst>
  <p:notesMasterIdLst>
    <p:notesMasterId r:id="rId19"/>
  </p:notesMasterIdLst>
  <p:sldIdLst>
    <p:sldId id="298" r:id="rId6"/>
    <p:sldId id="297" r:id="rId7"/>
    <p:sldId id="296" r:id="rId8"/>
    <p:sldId id="295" r:id="rId9"/>
    <p:sldId id="294" r:id="rId10"/>
    <p:sldId id="293" r:id="rId11"/>
    <p:sldId id="292" r:id="rId12"/>
    <p:sldId id="291" r:id="rId13"/>
    <p:sldId id="307" r:id="rId14"/>
    <p:sldId id="314" r:id="rId15"/>
    <p:sldId id="312" r:id="rId16"/>
    <p:sldId id="402" r:id="rId17"/>
    <p:sldId id="308" r:id="rId1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2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4" autoAdjust="0"/>
    <p:restoredTop sz="90929"/>
  </p:normalViewPr>
  <p:slideViewPr>
    <p:cSldViewPr>
      <p:cViewPr varScale="1">
        <p:scale>
          <a:sx n="103" d="100"/>
          <a:sy n="103" d="100"/>
        </p:scale>
        <p:origin x="16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5CE47-5AD0-4341-9C24-1DF44AFE9783}" type="datetimeFigureOut">
              <a:rPr lang="en-US" smtClean="0"/>
              <a:pPr/>
              <a:t>9/21/2026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86FC8-4C55-4B0B-AC3A-6D0DA6E16B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40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571480"/>
            <a:ext cx="7772400" cy="85725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1500174"/>
            <a:ext cx="6400800" cy="50006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472" y="5429264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fld id="{0A2D5079-55AE-426D-A190-0E0397DEE1AE}" type="datetime1">
              <a:rPr lang="en-GB" smtClean="0"/>
              <a:pPr/>
              <a:t>21/09/2026</a:t>
            </a:fld>
            <a:endParaRPr lang="en-GB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F489FD-7BC7-4FC1-886A-453414EDC8DA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0189AD-DEA4-49F1-91CD-A9CD19B1503B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07179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571612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F72F05-7C0E-464D-BF18-180C6671DCBE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DB3BA-C310-47DF-B3F6-94497C7B238C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4AE37E-ECA7-4E4A-A5C7-3DB0D8918CC8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F7BB3-BE10-473F-ADFC-75F61CCA41CC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24032"/>
            <a:ext cx="4040188" cy="605062"/>
          </a:xfrm>
        </p:spPr>
        <p:txBody>
          <a:bodyPr anchor="b"/>
          <a:lstStyle>
            <a:lvl1pPr marL="0" indent="0" algn="l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3794"/>
            <a:ext cx="4040188" cy="37369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24032"/>
            <a:ext cx="4041775" cy="605062"/>
          </a:xfrm>
        </p:spPr>
        <p:txBody>
          <a:bodyPr anchor="b"/>
          <a:lstStyle>
            <a:lvl1pPr marL="0" indent="0" algn="l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63794"/>
            <a:ext cx="4041775" cy="37369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28596" y="628652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fld id="{A378C1BF-9D2A-4923-85C6-B37E720DA18F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1712E-D3AF-4CC2-86E0-2863E46A61CC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186766" cy="71438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28736"/>
            <a:ext cx="4854602" cy="47149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0034" y="628652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fld id="{3A7D9A98-E599-4CC9-8875-8B1466916ECF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86520"/>
            <a:ext cx="2895600" cy="3048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0" y="6286520"/>
            <a:ext cx="457200" cy="304800"/>
          </a:xfrm>
        </p:spPr>
        <p:txBody>
          <a:bodyPr/>
          <a:lstStyle>
            <a:lvl1pPr>
              <a:defRPr/>
            </a:lvl1pPr>
          </a:lstStyle>
          <a:p>
            <a:fld id="{EC3814FC-EFB4-44BB-8681-F6250D4EDFF7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428735"/>
            <a:ext cx="5486400" cy="3298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925C34-5707-4355-87ED-2DC800B40F2C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48691-EA7A-4C3B-8FF6-4CE080651B64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2E939B-A9F6-4843-9B8C-BE6F0737C874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CF92B-51AF-40A7-B024-0232CDCBBBB3}" type="slidenum">
              <a:rPr lang="en-GB"/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>
            <a:lum/>
          </a:blip>
          <a:srcRect/>
          <a:stretch>
            <a:fillRect l="3000" t="3000" r="3000" b="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1571612"/>
            <a:ext cx="7772400" cy="178595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fld id="{9AD66905-3190-4AA0-BB7B-92889EFB10F4}" type="datetime1">
              <a:rPr lang="en-GB" smtClean="0"/>
              <a:pPr/>
              <a:t>21/09/2026</a:t>
            </a:fld>
            <a:endParaRPr lang="en-GB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2000" y="62484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1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8882063" y="25908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p:transition/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124" charset="0"/>
          <a:ea typeface="ＭＳ Ｐゴシック" pitchFamily="12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86800" y="6248400"/>
            <a:ext cx="457200" cy="304800"/>
          </a:xfrm>
        </p:spPr>
        <p:txBody>
          <a:bodyPr/>
          <a:lstStyle/>
          <a:p>
            <a:fld id="{D50189AD-DEA4-49F1-91CD-A9CD19B1503B}" type="slidenum">
              <a:rPr lang="en-GB" smtClean="0"/>
              <a:pPr/>
              <a:t>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91680" y="3013502"/>
            <a:ext cx="6102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195736" y="1124744"/>
            <a:ext cx="4572000" cy="256685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1" hangingPunct="1">
              <a:spcBef>
                <a:spcPct val="20000"/>
              </a:spcBef>
            </a:pPr>
            <a:r>
              <a:rPr lang="en-US" sz="4400" b="1" kern="0" dirty="0">
                <a:solidFill>
                  <a:srgbClr val="002060"/>
                </a:solidFill>
                <a:latin typeface="Tahoma"/>
                <a:ea typeface="ＭＳ Ｐゴシック"/>
              </a:rPr>
              <a:t>Introduction to Operations Manual </a:t>
            </a:r>
          </a:p>
          <a:p>
            <a:pPr lvl="0" eaLnBrk="1" hangingPunct="1">
              <a:spcBef>
                <a:spcPct val="20000"/>
              </a:spcBef>
            </a:pPr>
            <a:endParaRPr lang="en-US" kern="0" dirty="0">
              <a:solidFill>
                <a:srgbClr val="002060"/>
              </a:solidFill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1132584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Objectives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9FD-7BC7-4FC1-886A-453414EDC8DA}" type="datetime1">
              <a:rPr lang="en-GB" smtClean="0"/>
              <a:pPr/>
              <a:t>21/09/2026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1556792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completing this module, you will: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276872"/>
            <a:ext cx="3744415" cy="4252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32164">
            <a:off x="302803" y="2164768"/>
            <a:ext cx="4913425" cy="406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456636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Company Authority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3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1556792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05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7" y="1366427"/>
            <a:ext cx="5692373" cy="233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171" y="3717032"/>
            <a:ext cx="5522093" cy="2359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635" y="6076713"/>
            <a:ext cx="52371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76291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Regulatory Authority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3335337" cy="32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628800"/>
            <a:ext cx="4140200" cy="340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73" y="4961309"/>
            <a:ext cx="8645525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5877272"/>
            <a:ext cx="5164137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031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Regulatory Requirements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5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7804150" cy="1011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138175">
            <a:off x="1273274" y="1037326"/>
            <a:ext cx="6192688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991" y="1774379"/>
            <a:ext cx="2547937" cy="132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446" y="3215431"/>
            <a:ext cx="2554287" cy="132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329" y="4547740"/>
            <a:ext cx="2554287" cy="1335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219003"/>
            <a:ext cx="2554287" cy="132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02" y="4544168"/>
            <a:ext cx="2554287" cy="133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913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340768"/>
            <a:ext cx="3423315" cy="125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280" y="2702843"/>
            <a:ext cx="3423315" cy="125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279" y="4036219"/>
            <a:ext cx="3423315" cy="127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301208"/>
            <a:ext cx="3456384" cy="127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263397" y="2500167"/>
            <a:ext cx="2165463" cy="1857667"/>
            <a:chOff x="49115" y="2215694"/>
            <a:chExt cx="2567303" cy="1283651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49115" y="2215694"/>
              <a:ext cx="2567303" cy="1283651"/>
            </a:xfrm>
            <a:prstGeom prst="roundRect">
              <a:avLst>
                <a:gd name="adj" fmla="val 10000"/>
              </a:avLst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shade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86712" y="2253291"/>
              <a:ext cx="2492109" cy="12084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kern="1200" dirty="0">
                  <a:latin typeface="Verdana" pitchFamily="34" charset="0"/>
                </a:rPr>
                <a:t>Operations Manual (OM)</a:t>
              </a:r>
              <a:endParaRPr lang="en-US" sz="2800" kern="12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163606" y="1484784"/>
            <a:ext cx="1000132" cy="926742"/>
            <a:chOff x="3643340" y="286308"/>
            <a:chExt cx="1428755" cy="713825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4" name="Rounded Rectangle 13"/>
            <p:cNvSpPr/>
            <p:nvPr/>
          </p:nvSpPr>
          <p:spPr>
            <a:xfrm>
              <a:off x="3643340" y="286308"/>
              <a:ext cx="1428755" cy="713825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00B0F0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6200000" scaled="0"/>
            </a:gradFill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8"/>
            <p:cNvSpPr/>
            <p:nvPr/>
          </p:nvSpPr>
          <p:spPr>
            <a:xfrm>
              <a:off x="3664247" y="307215"/>
              <a:ext cx="1386941" cy="67201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kern="1200" dirty="0">
                  <a:latin typeface="Verdana" pitchFamily="34" charset="0"/>
                </a:rPr>
                <a:t>Part A</a:t>
              </a:r>
              <a:endParaRPr lang="en-US" sz="2800" kern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143241" y="2692573"/>
            <a:ext cx="1000132" cy="926742"/>
            <a:chOff x="3643340" y="1762507"/>
            <a:chExt cx="1428755" cy="713825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7" name="Rounded Rectangle 16"/>
            <p:cNvSpPr/>
            <p:nvPr/>
          </p:nvSpPr>
          <p:spPr>
            <a:xfrm>
              <a:off x="3643340" y="1762507"/>
              <a:ext cx="1428755" cy="713825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00B0F0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6200000" scaled="0"/>
            </a:gradFill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ounded Rectangle 16"/>
            <p:cNvSpPr/>
            <p:nvPr/>
          </p:nvSpPr>
          <p:spPr>
            <a:xfrm>
              <a:off x="3664247" y="1783414"/>
              <a:ext cx="1386941" cy="67201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kern="1200" dirty="0">
                  <a:latin typeface="Verdana" pitchFamily="34" charset="0"/>
                </a:rPr>
                <a:t>Part B</a:t>
              </a:r>
              <a:endParaRPr lang="en-US" sz="2800" kern="12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43241" y="4168772"/>
            <a:ext cx="1000132" cy="926742"/>
            <a:chOff x="3643340" y="3238706"/>
            <a:chExt cx="1428755" cy="713825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3643340" y="3238706"/>
              <a:ext cx="1428755" cy="713825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00B0F0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6200000" scaled="0"/>
            </a:gradFill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24"/>
            <p:cNvSpPr/>
            <p:nvPr/>
          </p:nvSpPr>
          <p:spPr>
            <a:xfrm>
              <a:off x="3664247" y="3259613"/>
              <a:ext cx="1386941" cy="67201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kern="1200" dirty="0">
                  <a:latin typeface="Verdana" pitchFamily="34" charset="0"/>
                </a:rPr>
                <a:t>Part C</a:t>
              </a:r>
              <a:endParaRPr lang="en-US" sz="2800" kern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150063" y="5444331"/>
            <a:ext cx="1000132" cy="926742"/>
            <a:chOff x="3643340" y="4714906"/>
            <a:chExt cx="1428755" cy="713825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3" name="Rounded Rectangle 22"/>
            <p:cNvSpPr/>
            <p:nvPr/>
          </p:nvSpPr>
          <p:spPr>
            <a:xfrm>
              <a:off x="3643340" y="4714906"/>
              <a:ext cx="1428755" cy="713825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00B0F0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6200000" scaled="0"/>
            </a:gradFill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ounded Rectangle 32"/>
            <p:cNvSpPr/>
            <p:nvPr/>
          </p:nvSpPr>
          <p:spPr>
            <a:xfrm>
              <a:off x="3664247" y="4735813"/>
              <a:ext cx="1386941" cy="67201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kern="1200" dirty="0">
                  <a:latin typeface="Verdana" pitchFamily="34" charset="0"/>
                </a:rPr>
                <a:t>Part D</a:t>
              </a:r>
              <a:endParaRPr lang="en-US" sz="2800" kern="1200" dirty="0"/>
            </a:p>
          </p:txBody>
        </p:sp>
      </p:grp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263" y="1822574"/>
            <a:ext cx="11398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63" y="4523581"/>
            <a:ext cx="113347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3" y="3046412"/>
            <a:ext cx="113347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3" y="5788570"/>
            <a:ext cx="113347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60" y="1727176"/>
            <a:ext cx="854075" cy="187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09" y="3217677"/>
            <a:ext cx="8413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98" y="3575844"/>
            <a:ext cx="841375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47" y="3575844"/>
            <a:ext cx="854075" cy="2372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35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7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08" y="1340768"/>
            <a:ext cx="8610476" cy="419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110" y="2059515"/>
            <a:ext cx="3157537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783" y="2059512"/>
            <a:ext cx="3090863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933" y="2059513"/>
            <a:ext cx="225425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11303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>
              <a:defRPr/>
            </a:pPr>
            <a:r>
              <a:rPr lang="en-US" sz="3200" dirty="0">
                <a:solidFill>
                  <a:srgbClr val="003082"/>
                </a:solidFill>
                <a:ea typeface="+mn-ea"/>
                <a:cs typeface="Arial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772816"/>
            <a:ext cx="4530791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556792"/>
            <a:ext cx="5831180" cy="5200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6827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/>
              <a:pPr/>
              <a:t>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Circular Arrow 5"/>
          <p:cNvSpPr/>
          <p:nvPr/>
        </p:nvSpPr>
        <p:spPr>
          <a:xfrm rot="179377">
            <a:off x="1984786" y="1472183"/>
            <a:ext cx="5174428" cy="5174428"/>
          </a:xfrm>
          <a:prstGeom prst="circularArrow">
            <a:avLst>
              <a:gd name="adj1" fmla="val 5544"/>
              <a:gd name="adj2" fmla="val 330680"/>
              <a:gd name="adj3" fmla="val 13757984"/>
              <a:gd name="adj4" fmla="val 14050272"/>
              <a:gd name="adj5" fmla="val 4389"/>
            </a:avLst>
          </a:prstGeom>
          <a:solidFill>
            <a:srgbClr val="00ABC9"/>
          </a:solidFill>
          <a:ln>
            <a:noFill/>
          </a:ln>
          <a:effectLst/>
        </p:spPr>
      </p:sp>
      <p:grpSp>
        <p:nvGrpSpPr>
          <p:cNvPr id="7" name="Group 6"/>
          <p:cNvGrpSpPr/>
          <p:nvPr/>
        </p:nvGrpSpPr>
        <p:grpSpPr>
          <a:xfrm>
            <a:off x="1749096" y="1723055"/>
            <a:ext cx="1899175" cy="1872807"/>
            <a:chOff x="3521549" y="71398"/>
            <a:chExt cx="2100900" cy="2071731"/>
          </a:xfrm>
          <a:scene3d>
            <a:camera prst="orthographicFront"/>
            <a:lightRig rig="flat" dir="t"/>
          </a:scene3d>
        </p:grpSpPr>
        <p:sp>
          <p:nvSpPr>
            <p:cNvPr id="8" name="Oval 7"/>
            <p:cNvSpPr/>
            <p:nvPr/>
          </p:nvSpPr>
          <p:spPr>
            <a:xfrm>
              <a:off x="3521549" y="71398"/>
              <a:ext cx="2100900" cy="207173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9" name="Oval 4"/>
            <p:cNvSpPr/>
            <p:nvPr/>
          </p:nvSpPr>
          <p:spPr>
            <a:xfrm>
              <a:off x="3829219" y="374796"/>
              <a:ext cx="1485560" cy="146493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marR="0" lvl="0" indent="0" algn="ctr" defTabSz="9334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Take-off Data Manual</a:t>
              </a:r>
              <a:endPara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53023" y="1621355"/>
            <a:ext cx="1899175" cy="1872807"/>
            <a:chOff x="5715007" y="2000237"/>
            <a:chExt cx="2100900" cy="2071731"/>
          </a:xfrm>
          <a:scene3d>
            <a:camera prst="orthographicFront"/>
            <a:lightRig rig="flat" dir="t"/>
          </a:scene3d>
        </p:grpSpPr>
        <p:sp>
          <p:nvSpPr>
            <p:cNvPr id="11" name="Oval 10"/>
            <p:cNvSpPr/>
            <p:nvPr/>
          </p:nvSpPr>
          <p:spPr>
            <a:xfrm>
              <a:off x="5715007" y="2000237"/>
              <a:ext cx="2100900" cy="207173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2" name="Oval 6"/>
            <p:cNvSpPr/>
            <p:nvPr/>
          </p:nvSpPr>
          <p:spPr>
            <a:xfrm>
              <a:off x="6022677" y="2303635"/>
              <a:ext cx="1485560" cy="146493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marR="0" lvl="0" indent="0" algn="ctr" defTabSz="9334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OM-C Manual</a:t>
              </a:r>
              <a:endPara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8104" y="4437111"/>
            <a:ext cx="1899175" cy="1872807"/>
            <a:chOff x="3521549" y="3929097"/>
            <a:chExt cx="2100900" cy="2071731"/>
          </a:xfrm>
          <a:scene3d>
            <a:camera prst="orthographicFront"/>
            <a:lightRig rig="flat" dir="t"/>
          </a:scene3d>
        </p:grpSpPr>
        <p:sp>
          <p:nvSpPr>
            <p:cNvPr id="14" name="Oval 13"/>
            <p:cNvSpPr/>
            <p:nvPr/>
          </p:nvSpPr>
          <p:spPr>
            <a:xfrm>
              <a:off x="3521549" y="3929097"/>
              <a:ext cx="2100900" cy="207173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5" name="Oval 8"/>
            <p:cNvSpPr/>
            <p:nvPr/>
          </p:nvSpPr>
          <p:spPr>
            <a:xfrm>
              <a:off x="3829219" y="4232495"/>
              <a:ext cx="1485560" cy="146493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marR="0" lvl="0" indent="0" algn="ctr" defTabSz="9334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Jeppesen Route Manual</a:t>
              </a:r>
              <a:endPara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853371" y="4437110"/>
            <a:ext cx="1899175" cy="1872807"/>
            <a:chOff x="1328092" y="2000237"/>
            <a:chExt cx="2100900" cy="2071731"/>
          </a:xfrm>
          <a:scene3d>
            <a:camera prst="orthographicFront"/>
            <a:lightRig rig="flat" dir="t"/>
          </a:scene3d>
        </p:grpSpPr>
        <p:sp>
          <p:nvSpPr>
            <p:cNvPr id="17" name="Oval 16"/>
            <p:cNvSpPr/>
            <p:nvPr/>
          </p:nvSpPr>
          <p:spPr>
            <a:xfrm>
              <a:off x="1328092" y="2000237"/>
              <a:ext cx="2100900" cy="207173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8" name="Oval 10"/>
            <p:cNvSpPr/>
            <p:nvPr/>
          </p:nvSpPr>
          <p:spPr>
            <a:xfrm>
              <a:off x="1635762" y="2303635"/>
              <a:ext cx="1485560" cy="146493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marR="0" lvl="0" indent="0" algn="ctr" defTabSz="9334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NOTAMS (edited by the Company)</a:t>
              </a:r>
              <a:endPara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26219" y="3445906"/>
            <a:ext cx="1291561" cy="1226981"/>
            <a:chOff x="3857626" y="2357449"/>
            <a:chExt cx="1428746" cy="1357307"/>
          </a:xfrm>
          <a:scene3d>
            <a:camera prst="orthographicFront"/>
            <a:lightRig rig="flat" dir="t"/>
          </a:scene3d>
        </p:grpSpPr>
        <p:sp>
          <p:nvSpPr>
            <p:cNvPr id="20" name="Oval 19"/>
            <p:cNvSpPr/>
            <p:nvPr/>
          </p:nvSpPr>
          <p:spPr>
            <a:xfrm>
              <a:off x="3857626" y="2357449"/>
              <a:ext cx="1428746" cy="1357307"/>
            </a:xfrm>
            <a:prstGeom prst="ellipse">
              <a:avLst/>
            </a:prstGeom>
            <a:gradFill rotWithShape="0"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21" name="Oval 4"/>
            <p:cNvSpPr/>
            <p:nvPr/>
          </p:nvSpPr>
          <p:spPr>
            <a:xfrm>
              <a:off x="4066861" y="2556222"/>
              <a:ext cx="1010276" cy="95976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39370" tIns="39370" rIns="39370" bIns="39370" numCol="1" spcCol="1270" anchor="ctr" anchorCtr="0">
              <a:noAutofit/>
            </a:bodyPr>
            <a:lstStyle/>
            <a:p>
              <a:pPr marL="0" marR="0" lvl="0" indent="0" algn="ctr" defTabSz="1377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Part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84257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>
                <a:solidFill>
                  <a:srgbClr val="FFFFFF"/>
                </a:solidFill>
              </a:rPr>
              <a:pPr/>
              <a:t>10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Circular Arrow 5"/>
          <p:cNvSpPr>
            <a:spLocks noChangeAspect="1"/>
          </p:cNvSpPr>
          <p:nvPr/>
        </p:nvSpPr>
        <p:spPr>
          <a:xfrm>
            <a:off x="2286000" y="1695234"/>
            <a:ext cx="4234096" cy="4234096"/>
          </a:xfrm>
          <a:prstGeom prst="circularArrow">
            <a:avLst>
              <a:gd name="adj1" fmla="val 5544"/>
              <a:gd name="adj2" fmla="val 330680"/>
              <a:gd name="adj3" fmla="val 13757984"/>
              <a:gd name="adj4" fmla="val 14050272"/>
              <a:gd name="adj5" fmla="val 4389"/>
            </a:avLst>
          </a:prstGeom>
          <a:solidFill>
            <a:srgbClr val="00ABC9"/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matte">
            <a:bevelT w="144450" h="6350" prst="relaxedInset"/>
            <a:contourClr>
              <a:srgbClr val="FFFFFF"/>
            </a:contourClr>
          </a:sp3d>
        </p:spPr>
      </p:sp>
      <p:grpSp>
        <p:nvGrpSpPr>
          <p:cNvPr id="7" name="Group 3"/>
          <p:cNvGrpSpPr/>
          <p:nvPr/>
        </p:nvGrpSpPr>
        <p:grpSpPr>
          <a:xfrm>
            <a:off x="3908264" y="3373945"/>
            <a:ext cx="1258894" cy="1101145"/>
            <a:chOff x="3929058" y="2428894"/>
            <a:chExt cx="1285882" cy="1143003"/>
          </a:xfrm>
          <a:scene3d>
            <a:camera prst="orthographicFront"/>
            <a:lightRig rig="flat" dir="t"/>
          </a:scene3d>
        </p:grpSpPr>
        <p:sp>
          <p:nvSpPr>
            <p:cNvPr id="8" name="Oval 7"/>
            <p:cNvSpPr/>
            <p:nvPr/>
          </p:nvSpPr>
          <p:spPr>
            <a:xfrm>
              <a:off x="3929058" y="2428894"/>
              <a:ext cx="1285882" cy="1143003"/>
            </a:xfrm>
            <a:prstGeom prst="ellipse">
              <a:avLst/>
            </a:prstGeom>
            <a:gradFill rotWithShape="0"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9" name="Oval 4"/>
            <p:cNvSpPr/>
            <p:nvPr/>
          </p:nvSpPr>
          <p:spPr>
            <a:xfrm>
              <a:off x="4117371" y="2596283"/>
              <a:ext cx="909256" cy="808225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33020" tIns="33020" rIns="33020" bIns="3302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Part D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Vol 1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grpSp>
        <p:nvGrpSpPr>
          <p:cNvPr id="10" name="Group 4"/>
          <p:cNvGrpSpPr/>
          <p:nvPr/>
        </p:nvGrpSpPr>
        <p:grpSpPr>
          <a:xfrm>
            <a:off x="3687306" y="1412776"/>
            <a:ext cx="1758118" cy="1621661"/>
            <a:chOff x="3651580" y="-142874"/>
            <a:chExt cx="1840839" cy="1697961"/>
          </a:xfrm>
          <a:scene3d>
            <a:camera prst="orthographicFront"/>
            <a:lightRig rig="flat" dir="t"/>
          </a:scene3d>
        </p:grpSpPr>
        <p:sp>
          <p:nvSpPr>
            <p:cNvPr id="11" name="Oval 10"/>
            <p:cNvSpPr/>
            <p:nvPr/>
          </p:nvSpPr>
          <p:spPr>
            <a:xfrm>
              <a:off x="3651580" y="-142874"/>
              <a:ext cx="1840839" cy="169796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2" name="Oval 6"/>
            <p:cNvSpPr/>
            <p:nvPr/>
          </p:nvSpPr>
          <p:spPr>
            <a:xfrm>
              <a:off x="3921165" y="105786"/>
              <a:ext cx="1301669" cy="120064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marR="0" lvl="0" indent="0" algn="ctr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Appendix L - A320 Fleet Training Syllabi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3" name="Group 5"/>
          <p:cNvGrpSpPr/>
          <p:nvPr/>
        </p:nvGrpSpPr>
        <p:grpSpPr>
          <a:xfrm>
            <a:off x="5641037" y="2190621"/>
            <a:ext cx="1758118" cy="1621661"/>
            <a:chOff x="5739212" y="445170"/>
            <a:chExt cx="1840839" cy="1697961"/>
          </a:xfrm>
          <a:scene3d>
            <a:camera prst="orthographicFront"/>
            <a:lightRig rig="flat" dir="t"/>
          </a:scene3d>
        </p:grpSpPr>
        <p:sp>
          <p:nvSpPr>
            <p:cNvPr id="14" name="Oval 13"/>
            <p:cNvSpPr/>
            <p:nvPr/>
          </p:nvSpPr>
          <p:spPr>
            <a:xfrm>
              <a:off x="5739212" y="445170"/>
              <a:ext cx="1840839" cy="169796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5" name="Oval 8"/>
            <p:cNvSpPr/>
            <p:nvPr/>
          </p:nvSpPr>
          <p:spPr>
            <a:xfrm>
              <a:off x="6008797" y="693830"/>
              <a:ext cx="1301669" cy="120064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marR="0" lvl="0" indent="0" algn="ctr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Appendix M - A330 Fleet Training Syllabi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6" name="Group 6"/>
          <p:cNvGrpSpPr/>
          <p:nvPr/>
        </p:nvGrpSpPr>
        <p:grpSpPr>
          <a:xfrm>
            <a:off x="5701172" y="3855869"/>
            <a:ext cx="1758118" cy="1621661"/>
            <a:chOff x="6445937" y="2151415"/>
            <a:chExt cx="1840839" cy="1697961"/>
          </a:xfrm>
          <a:scene3d>
            <a:camera prst="orthographicFront"/>
            <a:lightRig rig="flat" dir="t"/>
          </a:scene3d>
        </p:grpSpPr>
        <p:sp>
          <p:nvSpPr>
            <p:cNvPr id="17" name="Oval 16"/>
            <p:cNvSpPr/>
            <p:nvPr/>
          </p:nvSpPr>
          <p:spPr>
            <a:xfrm>
              <a:off x="6445937" y="2151415"/>
              <a:ext cx="1840839" cy="169796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8" name="Oval 10"/>
            <p:cNvSpPr/>
            <p:nvPr/>
          </p:nvSpPr>
          <p:spPr>
            <a:xfrm>
              <a:off x="6715522" y="2400075"/>
              <a:ext cx="1301669" cy="120064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marR="0" lvl="0" indent="0" algn="ctr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Appendix N - A340 Fleet Training Syllabi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9" name="Group 8"/>
          <p:cNvGrpSpPr/>
          <p:nvPr/>
        </p:nvGrpSpPr>
        <p:grpSpPr>
          <a:xfrm>
            <a:off x="3681671" y="4927439"/>
            <a:ext cx="1758118" cy="1621661"/>
            <a:chOff x="3651580" y="4302832"/>
            <a:chExt cx="1840839" cy="1697961"/>
          </a:xfrm>
          <a:scene3d>
            <a:camera prst="orthographicFront"/>
            <a:lightRig rig="flat" dir="t"/>
          </a:scene3d>
        </p:grpSpPr>
        <p:sp>
          <p:nvSpPr>
            <p:cNvPr id="20" name="Oval 19"/>
            <p:cNvSpPr/>
            <p:nvPr/>
          </p:nvSpPr>
          <p:spPr>
            <a:xfrm>
              <a:off x="3651580" y="4302832"/>
              <a:ext cx="1840839" cy="169796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21" name="Oval 14"/>
            <p:cNvSpPr/>
            <p:nvPr/>
          </p:nvSpPr>
          <p:spPr>
            <a:xfrm>
              <a:off x="3921165" y="4551492"/>
              <a:ext cx="1301669" cy="120064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marR="0" lvl="0" indent="0" algn="ctr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Appendix P - SEP Training Manual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2" name="Group 9"/>
          <p:cNvGrpSpPr/>
          <p:nvPr/>
        </p:nvGrpSpPr>
        <p:grpSpPr>
          <a:xfrm>
            <a:off x="1659592" y="4214832"/>
            <a:ext cx="1758118" cy="1621661"/>
            <a:chOff x="1492529" y="3857656"/>
            <a:chExt cx="1840839" cy="1697961"/>
          </a:xfrm>
          <a:scene3d>
            <a:camera prst="orthographicFront"/>
            <a:lightRig rig="flat" dir="t"/>
          </a:scene3d>
        </p:grpSpPr>
        <p:sp>
          <p:nvSpPr>
            <p:cNvPr id="23" name="Oval 22"/>
            <p:cNvSpPr/>
            <p:nvPr/>
          </p:nvSpPr>
          <p:spPr>
            <a:xfrm>
              <a:off x="1492529" y="3857656"/>
              <a:ext cx="1840839" cy="169796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24" name="Oval 16"/>
            <p:cNvSpPr/>
            <p:nvPr/>
          </p:nvSpPr>
          <p:spPr>
            <a:xfrm>
              <a:off x="1762114" y="4106316"/>
              <a:ext cx="1301669" cy="120064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marR="0" lvl="0" indent="0" algn="ctr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Fleet Training Manuals - A320, A330/A340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5" name="Group 11"/>
          <p:cNvGrpSpPr/>
          <p:nvPr/>
        </p:nvGrpSpPr>
        <p:grpSpPr>
          <a:xfrm>
            <a:off x="1659592" y="2302857"/>
            <a:ext cx="1758118" cy="1621661"/>
            <a:chOff x="1492529" y="445173"/>
            <a:chExt cx="1840839" cy="1697961"/>
          </a:xfrm>
          <a:scene3d>
            <a:camera prst="orthographicFront"/>
            <a:lightRig rig="flat" dir="t"/>
          </a:scene3d>
        </p:grpSpPr>
        <p:sp>
          <p:nvSpPr>
            <p:cNvPr id="26" name="Oval 25"/>
            <p:cNvSpPr/>
            <p:nvPr/>
          </p:nvSpPr>
          <p:spPr>
            <a:xfrm>
              <a:off x="1492529" y="445173"/>
              <a:ext cx="1840839" cy="1697961"/>
            </a:xfrm>
            <a:prstGeom prst="ellipse">
              <a:avLst/>
            </a:prstGeom>
            <a:solidFill>
              <a:srgbClr val="00116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27" name="Oval 20"/>
            <p:cNvSpPr/>
            <p:nvPr/>
          </p:nvSpPr>
          <p:spPr>
            <a:xfrm>
              <a:off x="1762114" y="693833"/>
              <a:ext cx="1301669" cy="1200641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marR="0" lvl="0" indent="0" algn="ctr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Flight Crew Training Manual - A320, A330/A340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523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>
                <a:solidFill>
                  <a:srgbClr val="FFFFFF"/>
                </a:solidFill>
              </a:rPr>
              <a:pPr/>
              <a:t>11</a:t>
            </a:fld>
            <a:endParaRPr lang="en-GB">
              <a:solidFill>
                <a:srgbClr val="000000"/>
              </a:solidFill>
            </a:endParaRPr>
          </a:p>
        </p:txBody>
      </p:sp>
      <p:grpSp>
        <p:nvGrpSpPr>
          <p:cNvPr id="6" name="Group 34"/>
          <p:cNvGrpSpPr/>
          <p:nvPr/>
        </p:nvGrpSpPr>
        <p:grpSpPr>
          <a:xfrm>
            <a:off x="3583745" y="1512052"/>
            <a:ext cx="1976509" cy="988254"/>
            <a:chOff x="2705076" y="608"/>
            <a:chExt cx="1976509" cy="988254"/>
          </a:xfrm>
          <a:gradFill>
            <a:gsLst>
              <a:gs pos="0">
                <a:srgbClr val="0070C0"/>
              </a:gs>
              <a:gs pos="50000">
                <a:srgbClr val="00B0F0"/>
              </a:gs>
              <a:gs pos="100000">
                <a:srgbClr val="00ABC9"/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7" name="Rounded Rectangle 6"/>
            <p:cNvSpPr/>
            <p:nvPr/>
          </p:nvSpPr>
          <p:spPr>
            <a:xfrm>
              <a:off x="2705076" y="608"/>
              <a:ext cx="1976509" cy="988254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8" name="Rounded Rectangle 4"/>
            <p:cNvSpPr/>
            <p:nvPr/>
          </p:nvSpPr>
          <p:spPr>
            <a:xfrm>
              <a:off x="2734021" y="29553"/>
              <a:ext cx="1918619" cy="930364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Part D Vol 2</a:t>
              </a:r>
            </a:p>
          </p:txBody>
        </p:sp>
      </p:grpSp>
      <p:grpSp>
        <p:nvGrpSpPr>
          <p:cNvPr id="9" name="Group 35"/>
          <p:cNvGrpSpPr/>
          <p:nvPr/>
        </p:nvGrpSpPr>
        <p:grpSpPr>
          <a:xfrm>
            <a:off x="6310267" y="4833310"/>
            <a:ext cx="1976509" cy="988254"/>
            <a:chOff x="4603514" y="1899045"/>
            <a:chExt cx="1976509" cy="988254"/>
          </a:xfrm>
          <a:scene3d>
            <a:camera prst="orthographicFront"/>
            <a:lightRig rig="flat" dir="t"/>
          </a:scene3d>
        </p:grpSpPr>
        <p:sp>
          <p:nvSpPr>
            <p:cNvPr id="10" name="Rounded Rectangle 9"/>
            <p:cNvSpPr/>
            <p:nvPr/>
          </p:nvSpPr>
          <p:spPr>
            <a:xfrm>
              <a:off x="4603514" y="1899045"/>
              <a:ext cx="1976509" cy="98825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333399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333399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333399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1" name="Rounded Rectangle 6"/>
            <p:cNvSpPr/>
            <p:nvPr/>
          </p:nvSpPr>
          <p:spPr>
            <a:xfrm>
              <a:off x="4632459" y="1927990"/>
              <a:ext cx="1918619" cy="930364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AQP instructor Guide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grpSp>
        <p:nvGrpSpPr>
          <p:cNvPr id="12" name="Group 36"/>
          <p:cNvGrpSpPr/>
          <p:nvPr/>
        </p:nvGrpSpPr>
        <p:grpSpPr>
          <a:xfrm>
            <a:off x="3583745" y="4833310"/>
            <a:ext cx="1976509" cy="988254"/>
            <a:chOff x="2705076" y="3797483"/>
            <a:chExt cx="1976509" cy="988254"/>
          </a:xfrm>
          <a:scene3d>
            <a:camera prst="orthographicFront"/>
            <a:lightRig rig="flat" dir="t"/>
          </a:scene3d>
        </p:grpSpPr>
        <p:sp>
          <p:nvSpPr>
            <p:cNvPr id="13" name="Rounded Rectangle 12"/>
            <p:cNvSpPr/>
            <p:nvPr/>
          </p:nvSpPr>
          <p:spPr>
            <a:xfrm>
              <a:off x="2705076" y="3797483"/>
              <a:ext cx="1976509" cy="98825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333399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333399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333399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4" name="Rounded Rectangle 8"/>
            <p:cNvSpPr/>
            <p:nvPr/>
          </p:nvSpPr>
          <p:spPr>
            <a:xfrm>
              <a:off x="2734021" y="3826428"/>
              <a:ext cx="1918619" cy="930364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AQP Training Manual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grpSp>
        <p:nvGrpSpPr>
          <p:cNvPr id="15" name="Group 37"/>
          <p:cNvGrpSpPr/>
          <p:nvPr/>
        </p:nvGrpSpPr>
        <p:grpSpPr>
          <a:xfrm>
            <a:off x="857224" y="4833310"/>
            <a:ext cx="1976509" cy="988254"/>
            <a:chOff x="806639" y="1899045"/>
            <a:chExt cx="1976509" cy="988254"/>
          </a:xfrm>
          <a:scene3d>
            <a:camera prst="orthographicFront"/>
            <a:lightRig rig="flat" dir="t"/>
          </a:scene3d>
        </p:grpSpPr>
        <p:sp>
          <p:nvSpPr>
            <p:cNvPr id="16" name="Rounded Rectangle 15"/>
            <p:cNvSpPr/>
            <p:nvPr/>
          </p:nvSpPr>
          <p:spPr>
            <a:xfrm>
              <a:off x="806639" y="1899045"/>
              <a:ext cx="1976509" cy="98825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333399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333399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333399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7" name="Rounded Rectangle 10"/>
            <p:cNvSpPr/>
            <p:nvPr/>
          </p:nvSpPr>
          <p:spPr>
            <a:xfrm>
              <a:off x="835584" y="1927990"/>
              <a:ext cx="1918619" cy="930364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AQP Training manual Appendix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cxnSp>
        <p:nvCxnSpPr>
          <p:cNvPr id="18" name="Elbow Connector 17"/>
          <p:cNvCxnSpPr>
            <a:stCxn id="7" idx="2"/>
            <a:endCxn id="16" idx="0"/>
          </p:cNvCxnSpPr>
          <p:nvPr/>
        </p:nvCxnSpPr>
        <p:spPr>
          <a:xfrm rot="5400000">
            <a:off x="2042238" y="2303548"/>
            <a:ext cx="2333004" cy="2726521"/>
          </a:xfrm>
          <a:prstGeom prst="bentConnector3">
            <a:avLst>
              <a:gd name="adj1" fmla="val 50000"/>
            </a:avLst>
          </a:prstGeom>
          <a:noFill/>
          <a:ln w="50800" cap="rnd" cmpd="sng" algn="ctr">
            <a:solidFill>
              <a:srgbClr val="2D2D8A"/>
            </a:solidFill>
            <a:prstDash val="solid"/>
            <a:tailEnd type="arrow"/>
          </a:ln>
          <a:effectLst/>
        </p:spPr>
      </p:cxnSp>
      <p:cxnSp>
        <p:nvCxnSpPr>
          <p:cNvPr id="19" name="Elbow Connector 18"/>
          <p:cNvCxnSpPr>
            <a:stCxn id="7" idx="2"/>
            <a:endCxn id="10" idx="0"/>
          </p:cNvCxnSpPr>
          <p:nvPr/>
        </p:nvCxnSpPr>
        <p:spPr>
          <a:xfrm rot="16200000" flipH="1">
            <a:off x="4768759" y="2303547"/>
            <a:ext cx="2333004" cy="2726522"/>
          </a:xfrm>
          <a:prstGeom prst="bentConnector3">
            <a:avLst>
              <a:gd name="adj1" fmla="val 50000"/>
            </a:avLst>
          </a:prstGeom>
          <a:noFill/>
          <a:ln w="50800" cap="rnd" cmpd="sng" algn="ctr">
            <a:solidFill>
              <a:srgbClr val="2D2D8A"/>
            </a:solidFill>
            <a:prstDash val="solid"/>
            <a:tailEnd type="arrow"/>
          </a:ln>
          <a:effectLst/>
        </p:spPr>
      </p:cxnSp>
      <p:cxnSp>
        <p:nvCxnSpPr>
          <p:cNvPr id="20" name="Elbow Connector 19"/>
          <p:cNvCxnSpPr/>
          <p:nvPr/>
        </p:nvCxnSpPr>
        <p:spPr>
          <a:xfrm rot="5400000">
            <a:off x="3391026" y="3652335"/>
            <a:ext cx="2361949" cy="1588"/>
          </a:xfrm>
          <a:prstGeom prst="bentConnector3">
            <a:avLst>
              <a:gd name="adj1" fmla="val 50000"/>
            </a:avLst>
          </a:prstGeom>
          <a:noFill/>
          <a:ln w="50800" cap="rnd" cmpd="sng" algn="ctr">
            <a:solidFill>
              <a:srgbClr val="2D2D8A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44523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89AD-DEA4-49F1-91CD-A9CD19B1503B}" type="slidenum">
              <a:rPr lang="en-GB" smtClean="0">
                <a:solidFill>
                  <a:srgbClr val="FFFFFF"/>
                </a:solidFill>
              </a:rPr>
              <a:pPr/>
              <a:t>12</a:t>
            </a:fld>
            <a:endParaRPr lang="en-GB">
              <a:solidFill>
                <a:srgbClr val="000000"/>
              </a:solidFill>
            </a:endParaRPr>
          </a:p>
        </p:txBody>
      </p:sp>
      <p:grpSp>
        <p:nvGrpSpPr>
          <p:cNvPr id="6" name="Group 34"/>
          <p:cNvGrpSpPr/>
          <p:nvPr/>
        </p:nvGrpSpPr>
        <p:grpSpPr>
          <a:xfrm>
            <a:off x="3583745" y="1512052"/>
            <a:ext cx="1976509" cy="988254"/>
            <a:chOff x="2705076" y="608"/>
            <a:chExt cx="1976509" cy="988254"/>
          </a:xfrm>
          <a:gradFill>
            <a:gsLst>
              <a:gs pos="0">
                <a:srgbClr val="0070C0"/>
              </a:gs>
              <a:gs pos="50000">
                <a:srgbClr val="00B0F0"/>
              </a:gs>
              <a:gs pos="100000">
                <a:srgbClr val="00ABC9"/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7" name="Rounded Rectangle 6"/>
            <p:cNvSpPr/>
            <p:nvPr/>
          </p:nvSpPr>
          <p:spPr>
            <a:xfrm>
              <a:off x="2705076" y="608"/>
              <a:ext cx="1976509" cy="988254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8" name="Rounded Rectangle 4"/>
            <p:cNvSpPr/>
            <p:nvPr/>
          </p:nvSpPr>
          <p:spPr>
            <a:xfrm>
              <a:off x="2734021" y="29553"/>
              <a:ext cx="1918619" cy="930364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Part D </a:t>
              </a:r>
              <a:r>
                <a:rPr kumimoji="0" lang="en-US" sz="3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Vol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 5</a:t>
              </a:r>
            </a:p>
          </p:txBody>
        </p:sp>
      </p:grpSp>
      <p:grpSp>
        <p:nvGrpSpPr>
          <p:cNvPr id="12" name="Group 36"/>
          <p:cNvGrpSpPr/>
          <p:nvPr/>
        </p:nvGrpSpPr>
        <p:grpSpPr>
          <a:xfrm>
            <a:off x="5560254" y="4833310"/>
            <a:ext cx="2974146" cy="988254"/>
            <a:chOff x="2705076" y="3797483"/>
            <a:chExt cx="1976509" cy="988254"/>
          </a:xfrm>
          <a:scene3d>
            <a:camera prst="orthographicFront"/>
            <a:lightRig rig="flat" dir="t"/>
          </a:scene3d>
        </p:grpSpPr>
        <p:sp>
          <p:nvSpPr>
            <p:cNvPr id="13" name="Rounded Rectangle 12"/>
            <p:cNvSpPr/>
            <p:nvPr/>
          </p:nvSpPr>
          <p:spPr>
            <a:xfrm>
              <a:off x="2705076" y="3797483"/>
              <a:ext cx="1976509" cy="98825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333399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333399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333399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4" name="Rounded Rectangle 8"/>
            <p:cNvSpPr/>
            <p:nvPr/>
          </p:nvSpPr>
          <p:spPr>
            <a:xfrm>
              <a:off x="2734021" y="3826428"/>
              <a:ext cx="1918619" cy="930364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ctr" defTabSz="8001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800" dirty="0">
                  <a:solidFill>
                    <a:srgbClr val="FFFF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Ground Staff Continuing Qualification Curriculum</a:t>
              </a:r>
            </a:p>
          </p:txBody>
        </p:sp>
      </p:grpSp>
      <p:grpSp>
        <p:nvGrpSpPr>
          <p:cNvPr id="15" name="Group 37"/>
          <p:cNvGrpSpPr/>
          <p:nvPr/>
        </p:nvGrpSpPr>
        <p:grpSpPr>
          <a:xfrm>
            <a:off x="857224" y="4833310"/>
            <a:ext cx="2952776" cy="988254"/>
            <a:chOff x="806639" y="1899045"/>
            <a:chExt cx="1976509" cy="988254"/>
          </a:xfrm>
          <a:scene3d>
            <a:camera prst="orthographicFront"/>
            <a:lightRig rig="flat" dir="t"/>
          </a:scene3d>
        </p:grpSpPr>
        <p:sp>
          <p:nvSpPr>
            <p:cNvPr id="16" name="Rounded Rectangle 15"/>
            <p:cNvSpPr/>
            <p:nvPr/>
          </p:nvSpPr>
          <p:spPr>
            <a:xfrm>
              <a:off x="806639" y="1899045"/>
              <a:ext cx="1976509" cy="988254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333399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333399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333399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 prstMaterial="plastic">
              <a:bevelT w="120900" h="88900"/>
              <a:bevelB w="88900" h="31750" prst="angle"/>
            </a:sp3d>
          </p:spPr>
        </p:sp>
        <p:sp>
          <p:nvSpPr>
            <p:cNvPr id="17" name="Rounded Rectangle 10"/>
            <p:cNvSpPr/>
            <p:nvPr/>
          </p:nvSpPr>
          <p:spPr>
            <a:xfrm>
              <a:off x="835584" y="1927990"/>
              <a:ext cx="1918619" cy="930364"/>
            </a:xfrm>
            <a:prstGeom prst="rect">
              <a:avLst/>
            </a:prstGeom>
            <a:noFill/>
            <a:ln>
              <a:noFill/>
            </a:ln>
            <a:effectLst/>
            <a:sp3d/>
          </p:spPr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ctr" defTabSz="8001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800" dirty="0">
                  <a:solidFill>
                    <a:srgbClr val="FFFFFF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Ground Staff Initial Qualification Curriculum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cxnSp>
        <p:nvCxnSpPr>
          <p:cNvPr id="18" name="Elbow Connector 17"/>
          <p:cNvCxnSpPr>
            <a:stCxn id="7" idx="2"/>
            <a:endCxn id="16" idx="0"/>
          </p:cNvCxnSpPr>
          <p:nvPr/>
        </p:nvCxnSpPr>
        <p:spPr>
          <a:xfrm rot="5400000">
            <a:off x="2286304" y="2547614"/>
            <a:ext cx="2333004" cy="2238388"/>
          </a:xfrm>
          <a:prstGeom prst="bentConnector3">
            <a:avLst>
              <a:gd name="adj1" fmla="val 50000"/>
            </a:avLst>
          </a:prstGeom>
          <a:noFill/>
          <a:ln w="50800" cap="rnd" cmpd="sng" algn="ctr">
            <a:solidFill>
              <a:srgbClr val="2D2D8A"/>
            </a:solidFill>
            <a:prstDash val="solid"/>
            <a:tailEnd type="arrow"/>
          </a:ln>
          <a:effectLst/>
        </p:spPr>
      </p:cxnSp>
      <p:cxnSp>
        <p:nvCxnSpPr>
          <p:cNvPr id="19" name="Elbow Connector 18"/>
          <p:cNvCxnSpPr>
            <a:stCxn id="7" idx="2"/>
            <a:endCxn id="10" idx="0"/>
          </p:cNvCxnSpPr>
          <p:nvPr/>
        </p:nvCxnSpPr>
        <p:spPr>
          <a:xfrm rot="16200000" flipH="1">
            <a:off x="4768759" y="2303547"/>
            <a:ext cx="2333004" cy="2726522"/>
          </a:xfrm>
          <a:prstGeom prst="bentConnector3">
            <a:avLst>
              <a:gd name="adj1" fmla="val 50000"/>
            </a:avLst>
          </a:prstGeom>
          <a:noFill/>
          <a:ln w="50800" cap="rnd" cmpd="sng" algn="ctr">
            <a:solidFill>
              <a:srgbClr val="2D2D8A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0441560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3082"/>
                </a:solidFill>
                <a:latin typeface="Verdana" pitchFamily="34" charset="0"/>
              </a:rPr>
              <a:t>Gulf Air Operations Manual System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0" y="6248400"/>
            <a:ext cx="326937" cy="217958"/>
          </a:xfrm>
        </p:spPr>
        <p:txBody>
          <a:bodyPr/>
          <a:lstStyle/>
          <a:p>
            <a:fld id="{D50189AD-DEA4-49F1-91CD-A9CD19B1503B}" type="slidenum">
              <a:rPr lang="en-GB" smtClean="0">
                <a:solidFill>
                  <a:srgbClr val="FFFFFF"/>
                </a:solidFill>
              </a:rPr>
              <a:pPr/>
              <a:t>13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 Box 4" descr="black_rectangle"/>
          <p:cNvSpPr txBox="1">
            <a:spLocks noChangeArrowheads="1"/>
          </p:cNvSpPr>
          <p:nvPr/>
        </p:nvSpPr>
        <p:spPr bwMode="gray">
          <a:xfrm>
            <a:off x="539552" y="1438129"/>
            <a:ext cx="787672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OM Part</a:t>
            </a:r>
            <a:endParaRPr kumimoji="0" lang="en-GB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Text Box 5" descr="black_rectangle"/>
          <p:cNvSpPr txBox="1">
            <a:spLocks noChangeArrowheads="1"/>
          </p:cNvSpPr>
          <p:nvPr/>
        </p:nvSpPr>
        <p:spPr bwMode="gray">
          <a:xfrm>
            <a:off x="1475656" y="1438129"/>
            <a:ext cx="1242359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Description</a:t>
            </a:r>
          </a:p>
        </p:txBody>
      </p:sp>
      <p:sp>
        <p:nvSpPr>
          <p:cNvPr id="8" name="Text Box 6" descr="blue_rectangle"/>
          <p:cNvSpPr txBox="1">
            <a:spLocks noChangeArrowheads="1"/>
          </p:cNvSpPr>
          <p:nvPr/>
        </p:nvSpPr>
        <p:spPr bwMode="auto">
          <a:xfrm>
            <a:off x="1478982" y="2079897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GENERAL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Text Box 17" descr="black_rectangle"/>
          <p:cNvSpPr txBox="1">
            <a:spLocks noChangeArrowheads="1"/>
          </p:cNvSpPr>
          <p:nvPr/>
        </p:nvSpPr>
        <p:spPr bwMode="gray">
          <a:xfrm>
            <a:off x="4674568" y="1438129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Cabin Crew</a:t>
            </a:r>
            <a:endParaRPr kumimoji="0" lang="en-GB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 Box 23" descr="black_rectangle"/>
          <p:cNvSpPr txBox="1">
            <a:spLocks noChangeArrowheads="1"/>
          </p:cNvSpPr>
          <p:nvPr/>
        </p:nvSpPr>
        <p:spPr bwMode="gray">
          <a:xfrm>
            <a:off x="539552" y="2079897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A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Text Box 24" descr="black_rectangle"/>
          <p:cNvSpPr txBox="1">
            <a:spLocks noChangeArrowheads="1"/>
          </p:cNvSpPr>
          <p:nvPr/>
        </p:nvSpPr>
        <p:spPr bwMode="gray">
          <a:xfrm>
            <a:off x="539552" y="3348777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B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Text Box 25" descr="black_rectangle"/>
          <p:cNvSpPr txBox="1">
            <a:spLocks noChangeArrowheads="1"/>
          </p:cNvSpPr>
          <p:nvPr/>
        </p:nvSpPr>
        <p:spPr bwMode="gray">
          <a:xfrm>
            <a:off x="539552" y="3715674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B</a:t>
            </a:r>
          </a:p>
        </p:txBody>
      </p:sp>
      <p:sp>
        <p:nvSpPr>
          <p:cNvPr id="13" name="Text Box 27" descr="black_rectangle"/>
          <p:cNvSpPr txBox="1">
            <a:spLocks noChangeArrowheads="1"/>
          </p:cNvSpPr>
          <p:nvPr/>
        </p:nvSpPr>
        <p:spPr bwMode="gray">
          <a:xfrm>
            <a:off x="576876" y="4485789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C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Box 34" descr="black_rectangle"/>
          <p:cNvSpPr txBox="1">
            <a:spLocks noChangeArrowheads="1"/>
          </p:cNvSpPr>
          <p:nvPr/>
        </p:nvSpPr>
        <p:spPr bwMode="gray">
          <a:xfrm>
            <a:off x="6426382" y="1438129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Briefing Rooms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Text Box 46" descr="black_rectangle"/>
          <p:cNvSpPr txBox="1">
            <a:spLocks noChangeArrowheads="1"/>
          </p:cNvSpPr>
          <p:nvPr/>
        </p:nvSpPr>
        <p:spPr bwMode="gray">
          <a:xfrm>
            <a:off x="5550475" y="1438129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CAA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Text Box 52" descr="black_rectangle"/>
          <p:cNvSpPr txBox="1">
            <a:spLocks noChangeArrowheads="1"/>
          </p:cNvSpPr>
          <p:nvPr/>
        </p:nvSpPr>
        <p:spPr bwMode="gray">
          <a:xfrm>
            <a:off x="2922754" y="1438129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Aircraft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Text Box 58" descr="black_rectangle"/>
          <p:cNvSpPr txBox="1">
            <a:spLocks noChangeArrowheads="1"/>
          </p:cNvSpPr>
          <p:nvPr/>
        </p:nvSpPr>
        <p:spPr bwMode="gray">
          <a:xfrm>
            <a:off x="3798661" y="1438129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Pilots</a:t>
            </a:r>
            <a:endParaRPr kumimoji="0" lang="en-GB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 Box 232" descr="black_rectangle"/>
          <p:cNvSpPr txBox="1">
            <a:spLocks noChangeArrowheads="1"/>
          </p:cNvSpPr>
          <p:nvPr/>
        </p:nvSpPr>
        <p:spPr bwMode="gray">
          <a:xfrm>
            <a:off x="539552" y="5328404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D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928926" y="2079897"/>
            <a:ext cx="588486" cy="326937"/>
            <a:chOff x="2889610" y="1327789"/>
            <a:chExt cx="822960" cy="457200"/>
          </a:xfrm>
        </p:grpSpPr>
        <p:sp>
          <p:nvSpPr>
            <p:cNvPr id="2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1" name="Freeform 92"/>
            <p:cNvSpPr>
              <a:spLocks/>
            </p:cNvSpPr>
            <p:nvPr/>
          </p:nvSpPr>
          <p:spPr bwMode="hidden">
            <a:xfrm>
              <a:off x="3147897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Text Box 23" descr="black_rectangle"/>
          <p:cNvSpPr txBox="1">
            <a:spLocks noChangeArrowheads="1"/>
          </p:cNvSpPr>
          <p:nvPr/>
        </p:nvSpPr>
        <p:spPr bwMode="gray">
          <a:xfrm>
            <a:off x="584510" y="2511945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A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Text Box 23" descr="black_rectangle"/>
          <p:cNvSpPr txBox="1">
            <a:spLocks noChangeArrowheads="1"/>
          </p:cNvSpPr>
          <p:nvPr/>
        </p:nvSpPr>
        <p:spPr bwMode="gray">
          <a:xfrm>
            <a:off x="560290" y="2943993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A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Text Box 25" descr="black_rectangle"/>
          <p:cNvSpPr txBox="1">
            <a:spLocks noChangeArrowheads="1"/>
          </p:cNvSpPr>
          <p:nvPr/>
        </p:nvSpPr>
        <p:spPr bwMode="gray">
          <a:xfrm>
            <a:off x="539552" y="4096121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B</a:t>
            </a:r>
          </a:p>
        </p:txBody>
      </p:sp>
      <p:sp>
        <p:nvSpPr>
          <p:cNvPr id="25" name="Text Box 27" descr="black_rectangle"/>
          <p:cNvSpPr txBox="1">
            <a:spLocks noChangeArrowheads="1"/>
          </p:cNvSpPr>
          <p:nvPr/>
        </p:nvSpPr>
        <p:spPr bwMode="gray">
          <a:xfrm>
            <a:off x="539552" y="4880714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C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Text Box 232" descr="black_rectangle"/>
          <p:cNvSpPr txBox="1">
            <a:spLocks noChangeArrowheads="1"/>
          </p:cNvSpPr>
          <p:nvPr/>
        </p:nvSpPr>
        <p:spPr bwMode="gray">
          <a:xfrm>
            <a:off x="539552" y="5777233"/>
            <a:ext cx="787672" cy="326937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Part D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7" name="Text Box 6" descr="blue_rectangle"/>
          <p:cNvSpPr txBox="1">
            <a:spLocks noChangeArrowheads="1"/>
          </p:cNvSpPr>
          <p:nvPr/>
        </p:nvSpPr>
        <p:spPr bwMode="auto">
          <a:xfrm>
            <a:off x="1523940" y="2511945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Cabin Crew QRH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8" name="Text Box 46" descr="black_rectangle"/>
          <p:cNvSpPr txBox="1">
            <a:spLocks noChangeArrowheads="1"/>
          </p:cNvSpPr>
          <p:nvPr/>
        </p:nvSpPr>
        <p:spPr bwMode="gray">
          <a:xfrm>
            <a:off x="8178196" y="1434977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Out-Station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9" name="Text Box 46" descr="black_rectangle"/>
          <p:cNvSpPr txBox="1">
            <a:spLocks noChangeArrowheads="1"/>
          </p:cNvSpPr>
          <p:nvPr/>
        </p:nvSpPr>
        <p:spPr bwMode="gray">
          <a:xfrm>
            <a:off x="7302289" y="1434977"/>
            <a:ext cx="588486" cy="523415"/>
          </a:xfrm>
          <a:prstGeom prst="rect">
            <a:avLst/>
          </a:prstGeom>
          <a:solidFill>
            <a:srgbClr val="00ABC9"/>
          </a:soli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Ops &amp; TRG Offices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0" name="Text Box 6" descr="blue_rectangle"/>
          <p:cNvSpPr txBox="1">
            <a:spLocks noChangeArrowheads="1"/>
          </p:cNvSpPr>
          <p:nvPr/>
        </p:nvSpPr>
        <p:spPr bwMode="auto">
          <a:xfrm>
            <a:off x="1499720" y="2943993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GOM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Text Box 6" descr="blue_rectangle"/>
          <p:cNvSpPr txBox="1">
            <a:spLocks noChangeArrowheads="1"/>
          </p:cNvSpPr>
          <p:nvPr/>
        </p:nvSpPr>
        <p:spPr bwMode="auto">
          <a:xfrm>
            <a:off x="1478982" y="3348777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Airplane Specific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2" name="Text Box 6" descr="blue_rectangle"/>
          <p:cNvSpPr txBox="1">
            <a:spLocks noChangeArrowheads="1"/>
          </p:cNvSpPr>
          <p:nvPr/>
        </p:nvSpPr>
        <p:spPr bwMode="auto">
          <a:xfrm>
            <a:off x="1478982" y="3715674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FCOMs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3" name="Text Box 6" descr="blue_rectangle"/>
          <p:cNvSpPr txBox="1">
            <a:spLocks noChangeArrowheads="1"/>
          </p:cNvSpPr>
          <p:nvPr/>
        </p:nvSpPr>
        <p:spPr bwMode="auto">
          <a:xfrm>
            <a:off x="1478982" y="4096121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QRH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4" name="Text Box 6" descr="blue_rectangle"/>
          <p:cNvSpPr txBox="1">
            <a:spLocks noChangeArrowheads="1"/>
          </p:cNvSpPr>
          <p:nvPr/>
        </p:nvSpPr>
        <p:spPr bwMode="auto">
          <a:xfrm>
            <a:off x="1516306" y="4485789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GENERAL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5" name="Text Box 6" descr="blue_rectangle"/>
          <p:cNvSpPr txBox="1">
            <a:spLocks noChangeArrowheads="1"/>
          </p:cNvSpPr>
          <p:nvPr/>
        </p:nvSpPr>
        <p:spPr bwMode="auto">
          <a:xfrm>
            <a:off x="1478982" y="4880714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Jeppesen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Text Box 6" descr="blue_rectangle"/>
          <p:cNvSpPr txBox="1">
            <a:spLocks noChangeArrowheads="1"/>
          </p:cNvSpPr>
          <p:nvPr/>
        </p:nvSpPr>
        <p:spPr bwMode="auto">
          <a:xfrm>
            <a:off x="1478982" y="5328404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Volume TWO</a:t>
            </a:r>
          </a:p>
        </p:txBody>
      </p:sp>
      <p:sp>
        <p:nvSpPr>
          <p:cNvPr id="37" name="Text Box 6" descr="blue_rectangle"/>
          <p:cNvSpPr txBox="1">
            <a:spLocks noChangeArrowheads="1"/>
          </p:cNvSpPr>
          <p:nvPr/>
        </p:nvSpPr>
        <p:spPr bwMode="auto">
          <a:xfrm>
            <a:off x="1478982" y="5777233"/>
            <a:ext cx="1242359" cy="326937"/>
          </a:xfrm>
          <a:prstGeom prst="rect">
            <a:avLst/>
          </a:prstGeom>
          <a:gradFill rotWithShape="1">
            <a:gsLst>
              <a:gs pos="0">
                <a:srgbClr val="333399">
                  <a:shade val="51000"/>
                  <a:satMod val="130000"/>
                </a:srgbClr>
              </a:gs>
              <a:gs pos="80000">
                <a:srgbClr val="333399">
                  <a:shade val="93000"/>
                  <a:satMod val="130000"/>
                </a:srgbClr>
              </a:gs>
              <a:gs pos="100000">
                <a:srgbClr val="33339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Volume 5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928926" y="5777233"/>
            <a:ext cx="588486" cy="326937"/>
            <a:chOff x="2889610" y="6118224"/>
            <a:chExt cx="822960" cy="457200"/>
          </a:xfrm>
        </p:grpSpPr>
        <p:sp>
          <p:nvSpPr>
            <p:cNvPr id="3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611822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40" name="Rectangle 230"/>
            <p:cNvSpPr>
              <a:spLocks noChangeArrowheads="1"/>
            </p:cNvSpPr>
            <p:nvPr/>
          </p:nvSpPr>
          <p:spPr bwMode="auto">
            <a:xfrm>
              <a:off x="3124084" y="6148387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771041" y="2079897"/>
            <a:ext cx="588486" cy="326937"/>
            <a:chOff x="3771041" y="1327789"/>
            <a:chExt cx="822960" cy="457200"/>
          </a:xfrm>
        </p:grpSpPr>
        <p:sp>
          <p:nvSpPr>
            <p:cNvPr id="4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43" name="Freeform 92"/>
            <p:cNvSpPr>
              <a:spLocks/>
            </p:cNvSpPr>
            <p:nvPr/>
          </p:nvSpPr>
          <p:spPr bwMode="hidden">
            <a:xfrm>
              <a:off x="4029328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33903" y="2079897"/>
            <a:ext cx="588486" cy="326937"/>
            <a:chOff x="5533903" y="1327789"/>
            <a:chExt cx="822960" cy="457200"/>
          </a:xfrm>
        </p:grpSpPr>
        <p:sp>
          <p:nvSpPr>
            <p:cNvPr id="4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46" name="Freeform 92"/>
            <p:cNvSpPr>
              <a:spLocks/>
            </p:cNvSpPr>
            <p:nvPr/>
          </p:nvSpPr>
          <p:spPr bwMode="hidden">
            <a:xfrm>
              <a:off x="5792190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415334" y="2079897"/>
            <a:ext cx="588486" cy="326937"/>
            <a:chOff x="6415334" y="1327789"/>
            <a:chExt cx="822960" cy="457200"/>
          </a:xfrm>
        </p:grpSpPr>
        <p:sp>
          <p:nvSpPr>
            <p:cNvPr id="4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49" name="Freeform 92"/>
            <p:cNvSpPr>
              <a:spLocks/>
            </p:cNvSpPr>
            <p:nvPr/>
          </p:nvSpPr>
          <p:spPr bwMode="hidden">
            <a:xfrm>
              <a:off x="6673621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296765" y="2079897"/>
            <a:ext cx="588486" cy="326937"/>
            <a:chOff x="7296765" y="1327789"/>
            <a:chExt cx="822960" cy="457200"/>
          </a:xfrm>
        </p:grpSpPr>
        <p:sp>
          <p:nvSpPr>
            <p:cNvPr id="51" name="Text Box 59" descr="astonsilver_rectangle"/>
            <p:cNvSpPr txBox="1">
              <a:spLocks noChangeArrowheads="1"/>
            </p:cNvSpPr>
            <p:nvPr/>
          </p:nvSpPr>
          <p:spPr bwMode="auto">
            <a:xfrm>
              <a:off x="7296765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52" name="Freeform 92"/>
            <p:cNvSpPr>
              <a:spLocks/>
            </p:cNvSpPr>
            <p:nvPr/>
          </p:nvSpPr>
          <p:spPr bwMode="hidden">
            <a:xfrm>
              <a:off x="7555052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178196" y="2079897"/>
            <a:ext cx="588486" cy="326937"/>
            <a:chOff x="8178196" y="1327789"/>
            <a:chExt cx="822960" cy="457200"/>
          </a:xfrm>
        </p:grpSpPr>
        <p:sp>
          <p:nvSpPr>
            <p:cNvPr id="54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55" name="Freeform 92"/>
            <p:cNvSpPr>
              <a:spLocks/>
            </p:cNvSpPr>
            <p:nvPr/>
          </p:nvSpPr>
          <p:spPr bwMode="hidden">
            <a:xfrm>
              <a:off x="8436483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2973884" y="2511945"/>
            <a:ext cx="588486" cy="326937"/>
            <a:chOff x="2889610" y="1860060"/>
            <a:chExt cx="822960" cy="457200"/>
          </a:xfrm>
        </p:grpSpPr>
        <p:sp>
          <p:nvSpPr>
            <p:cNvPr id="5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1860060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58" name="Freeform 92"/>
            <p:cNvSpPr>
              <a:spLocks/>
            </p:cNvSpPr>
            <p:nvPr/>
          </p:nvSpPr>
          <p:spPr bwMode="hidden">
            <a:xfrm>
              <a:off x="3147897" y="1976742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949664" y="2943993"/>
            <a:ext cx="588486" cy="326937"/>
            <a:chOff x="2889610" y="2392331"/>
            <a:chExt cx="822960" cy="457200"/>
          </a:xfrm>
        </p:grpSpPr>
        <p:sp>
          <p:nvSpPr>
            <p:cNvPr id="6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61" name="Freeform 92"/>
            <p:cNvSpPr>
              <a:spLocks/>
            </p:cNvSpPr>
            <p:nvPr/>
          </p:nvSpPr>
          <p:spPr bwMode="hidden">
            <a:xfrm>
              <a:off x="3147897" y="2509013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928926" y="3348777"/>
            <a:ext cx="588486" cy="326937"/>
            <a:chOff x="2889610" y="2924602"/>
            <a:chExt cx="822960" cy="457200"/>
          </a:xfrm>
        </p:grpSpPr>
        <p:sp>
          <p:nvSpPr>
            <p:cNvPr id="6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64" name="Freeform 92"/>
            <p:cNvSpPr>
              <a:spLocks/>
            </p:cNvSpPr>
            <p:nvPr/>
          </p:nvSpPr>
          <p:spPr bwMode="hidden">
            <a:xfrm>
              <a:off x="3147897" y="3041284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928926" y="3715674"/>
            <a:ext cx="588486" cy="326937"/>
            <a:chOff x="2889610" y="3456873"/>
            <a:chExt cx="822960" cy="457200"/>
          </a:xfrm>
        </p:grpSpPr>
        <p:sp>
          <p:nvSpPr>
            <p:cNvPr id="66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67" name="Freeform 92"/>
            <p:cNvSpPr>
              <a:spLocks/>
            </p:cNvSpPr>
            <p:nvPr/>
          </p:nvSpPr>
          <p:spPr bwMode="hidden">
            <a:xfrm>
              <a:off x="3147897" y="3573555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2928926" y="4096121"/>
            <a:ext cx="588486" cy="326937"/>
            <a:chOff x="2889610" y="3989144"/>
            <a:chExt cx="822960" cy="457200"/>
          </a:xfrm>
        </p:grpSpPr>
        <p:sp>
          <p:nvSpPr>
            <p:cNvPr id="6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70" name="Freeform 92"/>
            <p:cNvSpPr>
              <a:spLocks/>
            </p:cNvSpPr>
            <p:nvPr/>
          </p:nvSpPr>
          <p:spPr bwMode="hidden">
            <a:xfrm>
              <a:off x="3147897" y="410582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966250" y="4485789"/>
            <a:ext cx="588486" cy="326937"/>
            <a:chOff x="2889610" y="4521415"/>
            <a:chExt cx="822960" cy="457200"/>
          </a:xfrm>
        </p:grpSpPr>
        <p:sp>
          <p:nvSpPr>
            <p:cNvPr id="7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73" name="Freeform 92"/>
            <p:cNvSpPr>
              <a:spLocks/>
            </p:cNvSpPr>
            <p:nvPr/>
          </p:nvSpPr>
          <p:spPr bwMode="hidden">
            <a:xfrm>
              <a:off x="3147897" y="4638097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2928926" y="4880714"/>
            <a:ext cx="588486" cy="326937"/>
            <a:chOff x="2889610" y="5053686"/>
            <a:chExt cx="822960" cy="457200"/>
          </a:xfrm>
        </p:grpSpPr>
        <p:sp>
          <p:nvSpPr>
            <p:cNvPr id="7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76" name="Freeform 92"/>
            <p:cNvSpPr>
              <a:spLocks/>
            </p:cNvSpPr>
            <p:nvPr/>
          </p:nvSpPr>
          <p:spPr bwMode="hidden">
            <a:xfrm>
              <a:off x="3147897" y="5170368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815999" y="2511945"/>
            <a:ext cx="588486" cy="326937"/>
            <a:chOff x="3771041" y="1860060"/>
            <a:chExt cx="822960" cy="457200"/>
          </a:xfrm>
        </p:grpSpPr>
        <p:sp>
          <p:nvSpPr>
            <p:cNvPr id="7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1860060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79" name="Freeform 92"/>
            <p:cNvSpPr>
              <a:spLocks/>
            </p:cNvSpPr>
            <p:nvPr/>
          </p:nvSpPr>
          <p:spPr bwMode="hidden">
            <a:xfrm>
              <a:off x="4029328" y="1976742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4652472" y="2511945"/>
            <a:ext cx="588486" cy="326937"/>
            <a:chOff x="4652472" y="1860060"/>
            <a:chExt cx="822960" cy="457200"/>
          </a:xfrm>
        </p:grpSpPr>
        <p:sp>
          <p:nvSpPr>
            <p:cNvPr id="81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1860060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hidden">
            <a:xfrm>
              <a:off x="4910759" y="1976742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533903" y="2511945"/>
            <a:ext cx="588486" cy="326937"/>
            <a:chOff x="5533903" y="1860060"/>
            <a:chExt cx="822960" cy="457200"/>
          </a:xfrm>
        </p:grpSpPr>
        <p:sp>
          <p:nvSpPr>
            <p:cNvPr id="84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1860060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85" name="Freeform 92"/>
            <p:cNvSpPr>
              <a:spLocks/>
            </p:cNvSpPr>
            <p:nvPr/>
          </p:nvSpPr>
          <p:spPr bwMode="hidden">
            <a:xfrm>
              <a:off x="5792190" y="1976742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6415334" y="2511945"/>
            <a:ext cx="588486" cy="326937"/>
            <a:chOff x="6415334" y="1860060"/>
            <a:chExt cx="822960" cy="457200"/>
          </a:xfrm>
        </p:grpSpPr>
        <p:sp>
          <p:nvSpPr>
            <p:cNvPr id="8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1860060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88" name="Freeform 92"/>
            <p:cNvSpPr>
              <a:spLocks/>
            </p:cNvSpPr>
            <p:nvPr/>
          </p:nvSpPr>
          <p:spPr bwMode="hidden">
            <a:xfrm>
              <a:off x="6673621" y="1976742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296765" y="2511945"/>
            <a:ext cx="588486" cy="326937"/>
            <a:chOff x="7296765" y="1860060"/>
            <a:chExt cx="822960" cy="457200"/>
          </a:xfrm>
        </p:grpSpPr>
        <p:sp>
          <p:nvSpPr>
            <p:cNvPr id="9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1860060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91" name="Freeform 92"/>
            <p:cNvSpPr>
              <a:spLocks/>
            </p:cNvSpPr>
            <p:nvPr/>
          </p:nvSpPr>
          <p:spPr bwMode="hidden">
            <a:xfrm>
              <a:off x="7555052" y="1976742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791779" y="2943993"/>
            <a:ext cx="588486" cy="326937"/>
            <a:chOff x="3771041" y="2392331"/>
            <a:chExt cx="822960" cy="457200"/>
          </a:xfrm>
        </p:grpSpPr>
        <p:sp>
          <p:nvSpPr>
            <p:cNvPr id="9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hidden">
            <a:xfrm>
              <a:off x="4029328" y="2509013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533903" y="2943993"/>
            <a:ext cx="588486" cy="326937"/>
            <a:chOff x="5533903" y="2392331"/>
            <a:chExt cx="822960" cy="457200"/>
          </a:xfrm>
        </p:grpSpPr>
        <p:sp>
          <p:nvSpPr>
            <p:cNvPr id="96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97" name="Freeform 92"/>
            <p:cNvSpPr>
              <a:spLocks/>
            </p:cNvSpPr>
            <p:nvPr/>
          </p:nvSpPr>
          <p:spPr bwMode="hidden">
            <a:xfrm>
              <a:off x="5792190" y="2509013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415334" y="2943993"/>
            <a:ext cx="588486" cy="326937"/>
            <a:chOff x="6415334" y="2392331"/>
            <a:chExt cx="822960" cy="457200"/>
          </a:xfrm>
        </p:grpSpPr>
        <p:sp>
          <p:nvSpPr>
            <p:cNvPr id="9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00" name="Freeform 92"/>
            <p:cNvSpPr>
              <a:spLocks/>
            </p:cNvSpPr>
            <p:nvPr/>
          </p:nvSpPr>
          <p:spPr bwMode="hidden">
            <a:xfrm>
              <a:off x="6673621" y="2509013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7296765" y="2943993"/>
            <a:ext cx="588486" cy="326937"/>
            <a:chOff x="7296765" y="2392331"/>
            <a:chExt cx="822960" cy="457200"/>
          </a:xfrm>
        </p:grpSpPr>
        <p:sp>
          <p:nvSpPr>
            <p:cNvPr id="10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03" name="Freeform 92"/>
            <p:cNvSpPr>
              <a:spLocks/>
            </p:cNvSpPr>
            <p:nvPr/>
          </p:nvSpPr>
          <p:spPr bwMode="hidden">
            <a:xfrm>
              <a:off x="7555052" y="2509013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8178196" y="2943993"/>
            <a:ext cx="588486" cy="326937"/>
            <a:chOff x="8178196" y="2392331"/>
            <a:chExt cx="822960" cy="457200"/>
          </a:xfrm>
        </p:grpSpPr>
        <p:sp>
          <p:nvSpPr>
            <p:cNvPr id="10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06" name="Freeform 92"/>
            <p:cNvSpPr>
              <a:spLocks/>
            </p:cNvSpPr>
            <p:nvPr/>
          </p:nvSpPr>
          <p:spPr bwMode="hidden">
            <a:xfrm>
              <a:off x="8436483" y="2509013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3771041" y="3348777"/>
            <a:ext cx="588486" cy="326937"/>
            <a:chOff x="3771041" y="2924602"/>
            <a:chExt cx="822960" cy="457200"/>
          </a:xfrm>
        </p:grpSpPr>
        <p:sp>
          <p:nvSpPr>
            <p:cNvPr id="10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09" name="Freeform 92"/>
            <p:cNvSpPr>
              <a:spLocks/>
            </p:cNvSpPr>
            <p:nvPr/>
          </p:nvSpPr>
          <p:spPr bwMode="hidden">
            <a:xfrm>
              <a:off x="4029328" y="3041284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4652472" y="2079897"/>
            <a:ext cx="588486" cy="326937"/>
            <a:chOff x="4652472" y="1327789"/>
            <a:chExt cx="822960" cy="457200"/>
          </a:xfrm>
        </p:grpSpPr>
        <p:sp>
          <p:nvSpPr>
            <p:cNvPr id="111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1327789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12" name="Freeform 92"/>
            <p:cNvSpPr>
              <a:spLocks/>
            </p:cNvSpPr>
            <p:nvPr/>
          </p:nvSpPr>
          <p:spPr bwMode="hidden">
            <a:xfrm>
              <a:off x="4910759" y="1444471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5533903" y="3348777"/>
            <a:ext cx="588486" cy="326937"/>
            <a:chOff x="5533903" y="2924602"/>
            <a:chExt cx="822960" cy="457200"/>
          </a:xfrm>
        </p:grpSpPr>
        <p:sp>
          <p:nvSpPr>
            <p:cNvPr id="114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15" name="Freeform 92"/>
            <p:cNvSpPr>
              <a:spLocks/>
            </p:cNvSpPr>
            <p:nvPr/>
          </p:nvSpPr>
          <p:spPr bwMode="hidden">
            <a:xfrm>
              <a:off x="5792190" y="3041284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6415334" y="3348777"/>
            <a:ext cx="588486" cy="326937"/>
            <a:chOff x="6415334" y="2924602"/>
            <a:chExt cx="822960" cy="457200"/>
          </a:xfrm>
        </p:grpSpPr>
        <p:sp>
          <p:nvSpPr>
            <p:cNvPr id="11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18" name="Freeform 92"/>
            <p:cNvSpPr>
              <a:spLocks/>
            </p:cNvSpPr>
            <p:nvPr/>
          </p:nvSpPr>
          <p:spPr bwMode="hidden">
            <a:xfrm>
              <a:off x="6673621" y="3041284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7296765" y="3348777"/>
            <a:ext cx="588486" cy="326937"/>
            <a:chOff x="7296765" y="2924602"/>
            <a:chExt cx="822960" cy="457200"/>
          </a:xfrm>
        </p:grpSpPr>
        <p:sp>
          <p:nvSpPr>
            <p:cNvPr id="12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21" name="Freeform 92"/>
            <p:cNvSpPr>
              <a:spLocks/>
            </p:cNvSpPr>
            <p:nvPr/>
          </p:nvSpPr>
          <p:spPr bwMode="hidden">
            <a:xfrm>
              <a:off x="7555052" y="3041284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3771041" y="3715674"/>
            <a:ext cx="588486" cy="326937"/>
            <a:chOff x="3771041" y="3456873"/>
            <a:chExt cx="822960" cy="457200"/>
          </a:xfrm>
        </p:grpSpPr>
        <p:sp>
          <p:nvSpPr>
            <p:cNvPr id="12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24" name="Freeform 92"/>
            <p:cNvSpPr>
              <a:spLocks/>
            </p:cNvSpPr>
            <p:nvPr/>
          </p:nvSpPr>
          <p:spPr bwMode="hidden">
            <a:xfrm>
              <a:off x="4029328" y="3573555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5533903" y="3715674"/>
            <a:ext cx="588486" cy="326937"/>
            <a:chOff x="5533903" y="3456873"/>
            <a:chExt cx="822960" cy="457200"/>
          </a:xfrm>
        </p:grpSpPr>
        <p:sp>
          <p:nvSpPr>
            <p:cNvPr id="126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27" name="Freeform 92"/>
            <p:cNvSpPr>
              <a:spLocks/>
            </p:cNvSpPr>
            <p:nvPr/>
          </p:nvSpPr>
          <p:spPr bwMode="hidden">
            <a:xfrm>
              <a:off x="5792190" y="3573555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6415334" y="3715674"/>
            <a:ext cx="588486" cy="326937"/>
            <a:chOff x="6415334" y="3456873"/>
            <a:chExt cx="822960" cy="457200"/>
          </a:xfrm>
        </p:grpSpPr>
        <p:sp>
          <p:nvSpPr>
            <p:cNvPr id="12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30" name="Freeform 92"/>
            <p:cNvSpPr>
              <a:spLocks/>
            </p:cNvSpPr>
            <p:nvPr/>
          </p:nvSpPr>
          <p:spPr bwMode="hidden">
            <a:xfrm>
              <a:off x="6673621" y="3573555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7296765" y="3715674"/>
            <a:ext cx="588486" cy="326937"/>
            <a:chOff x="7296765" y="3456873"/>
            <a:chExt cx="822960" cy="457200"/>
          </a:xfrm>
        </p:grpSpPr>
        <p:sp>
          <p:nvSpPr>
            <p:cNvPr id="13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33" name="Freeform 92"/>
            <p:cNvSpPr>
              <a:spLocks/>
            </p:cNvSpPr>
            <p:nvPr/>
          </p:nvSpPr>
          <p:spPr bwMode="hidden">
            <a:xfrm>
              <a:off x="7555052" y="3573555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3771041" y="4096121"/>
            <a:ext cx="588486" cy="326937"/>
            <a:chOff x="3771041" y="3989144"/>
            <a:chExt cx="822960" cy="457200"/>
          </a:xfrm>
        </p:grpSpPr>
        <p:sp>
          <p:nvSpPr>
            <p:cNvPr id="13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36" name="Freeform 92"/>
            <p:cNvSpPr>
              <a:spLocks/>
            </p:cNvSpPr>
            <p:nvPr/>
          </p:nvSpPr>
          <p:spPr bwMode="hidden">
            <a:xfrm>
              <a:off x="4029328" y="410582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5533903" y="4096121"/>
            <a:ext cx="588486" cy="326937"/>
            <a:chOff x="5533903" y="3989144"/>
            <a:chExt cx="822960" cy="457200"/>
          </a:xfrm>
        </p:grpSpPr>
        <p:sp>
          <p:nvSpPr>
            <p:cNvPr id="13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39" name="Freeform 92"/>
            <p:cNvSpPr>
              <a:spLocks/>
            </p:cNvSpPr>
            <p:nvPr/>
          </p:nvSpPr>
          <p:spPr bwMode="hidden">
            <a:xfrm>
              <a:off x="5792190" y="410582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6415334" y="4096121"/>
            <a:ext cx="588486" cy="326937"/>
            <a:chOff x="6415334" y="3989144"/>
            <a:chExt cx="822960" cy="457200"/>
          </a:xfrm>
        </p:grpSpPr>
        <p:sp>
          <p:nvSpPr>
            <p:cNvPr id="141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2" name="Freeform 92"/>
            <p:cNvSpPr>
              <a:spLocks/>
            </p:cNvSpPr>
            <p:nvPr/>
          </p:nvSpPr>
          <p:spPr bwMode="hidden">
            <a:xfrm>
              <a:off x="6673621" y="410582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7296765" y="4096121"/>
            <a:ext cx="588486" cy="326937"/>
            <a:chOff x="7296765" y="3989144"/>
            <a:chExt cx="822960" cy="457200"/>
          </a:xfrm>
        </p:grpSpPr>
        <p:sp>
          <p:nvSpPr>
            <p:cNvPr id="144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5" name="Freeform 92"/>
            <p:cNvSpPr>
              <a:spLocks/>
            </p:cNvSpPr>
            <p:nvPr/>
          </p:nvSpPr>
          <p:spPr bwMode="hidden">
            <a:xfrm>
              <a:off x="7555052" y="410582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808365" y="4485789"/>
            <a:ext cx="588486" cy="326937"/>
            <a:chOff x="3771041" y="4521415"/>
            <a:chExt cx="822960" cy="457200"/>
          </a:xfrm>
        </p:grpSpPr>
        <p:sp>
          <p:nvSpPr>
            <p:cNvPr id="14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8" name="Freeform 92"/>
            <p:cNvSpPr>
              <a:spLocks/>
            </p:cNvSpPr>
            <p:nvPr/>
          </p:nvSpPr>
          <p:spPr bwMode="hidden">
            <a:xfrm>
              <a:off x="4029328" y="4638097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5571227" y="4485789"/>
            <a:ext cx="588486" cy="326937"/>
            <a:chOff x="5533903" y="4521415"/>
            <a:chExt cx="822960" cy="457200"/>
          </a:xfrm>
        </p:grpSpPr>
        <p:sp>
          <p:nvSpPr>
            <p:cNvPr id="15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51" name="Freeform 92"/>
            <p:cNvSpPr>
              <a:spLocks/>
            </p:cNvSpPr>
            <p:nvPr/>
          </p:nvSpPr>
          <p:spPr bwMode="hidden">
            <a:xfrm>
              <a:off x="5792190" y="4638097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6452658" y="4485789"/>
            <a:ext cx="588486" cy="326937"/>
            <a:chOff x="6415334" y="4521415"/>
            <a:chExt cx="822960" cy="457200"/>
          </a:xfrm>
        </p:grpSpPr>
        <p:sp>
          <p:nvSpPr>
            <p:cNvPr id="15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54" name="Freeform 92"/>
            <p:cNvSpPr>
              <a:spLocks/>
            </p:cNvSpPr>
            <p:nvPr/>
          </p:nvSpPr>
          <p:spPr bwMode="hidden">
            <a:xfrm>
              <a:off x="6673621" y="4638097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7296765" y="4485789"/>
            <a:ext cx="588486" cy="326937"/>
            <a:chOff x="7296765" y="4521415"/>
            <a:chExt cx="822960" cy="457200"/>
          </a:xfrm>
        </p:grpSpPr>
        <p:sp>
          <p:nvSpPr>
            <p:cNvPr id="156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57" name="Freeform 92"/>
            <p:cNvSpPr>
              <a:spLocks/>
            </p:cNvSpPr>
            <p:nvPr/>
          </p:nvSpPr>
          <p:spPr bwMode="hidden">
            <a:xfrm>
              <a:off x="7555052" y="4638097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8" name="Group 157"/>
          <p:cNvGrpSpPr/>
          <p:nvPr/>
        </p:nvGrpSpPr>
        <p:grpSpPr>
          <a:xfrm>
            <a:off x="3771041" y="5328404"/>
            <a:ext cx="588486" cy="326937"/>
            <a:chOff x="3771041" y="5585957"/>
            <a:chExt cx="822960" cy="457200"/>
          </a:xfrm>
        </p:grpSpPr>
        <p:sp>
          <p:nvSpPr>
            <p:cNvPr id="15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60" name="Freeform 92"/>
            <p:cNvSpPr>
              <a:spLocks/>
            </p:cNvSpPr>
            <p:nvPr/>
          </p:nvSpPr>
          <p:spPr bwMode="hidden">
            <a:xfrm>
              <a:off x="4029328" y="5702639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1" name="Group 160"/>
          <p:cNvGrpSpPr/>
          <p:nvPr/>
        </p:nvGrpSpPr>
        <p:grpSpPr>
          <a:xfrm>
            <a:off x="5533903" y="5328404"/>
            <a:ext cx="588486" cy="326937"/>
            <a:chOff x="5533903" y="5585957"/>
            <a:chExt cx="822960" cy="457200"/>
          </a:xfrm>
        </p:grpSpPr>
        <p:sp>
          <p:nvSpPr>
            <p:cNvPr id="16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63" name="Freeform 92"/>
            <p:cNvSpPr>
              <a:spLocks/>
            </p:cNvSpPr>
            <p:nvPr/>
          </p:nvSpPr>
          <p:spPr bwMode="hidden">
            <a:xfrm>
              <a:off x="5792190" y="5702639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6415334" y="4880714"/>
            <a:ext cx="588486" cy="326937"/>
            <a:chOff x="6415334" y="5053686"/>
            <a:chExt cx="822960" cy="457200"/>
          </a:xfrm>
        </p:grpSpPr>
        <p:sp>
          <p:nvSpPr>
            <p:cNvPr id="16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66" name="Freeform 92"/>
            <p:cNvSpPr>
              <a:spLocks/>
            </p:cNvSpPr>
            <p:nvPr/>
          </p:nvSpPr>
          <p:spPr bwMode="hidden">
            <a:xfrm>
              <a:off x="6673621" y="5170368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296765" y="4880714"/>
            <a:ext cx="588486" cy="326937"/>
            <a:chOff x="7296765" y="5053686"/>
            <a:chExt cx="822960" cy="457200"/>
          </a:xfrm>
        </p:grpSpPr>
        <p:sp>
          <p:nvSpPr>
            <p:cNvPr id="16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69" name="Freeform 92"/>
            <p:cNvSpPr>
              <a:spLocks/>
            </p:cNvSpPr>
            <p:nvPr/>
          </p:nvSpPr>
          <p:spPr bwMode="hidden">
            <a:xfrm>
              <a:off x="7555052" y="5170368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7296765" y="5328404"/>
            <a:ext cx="588486" cy="326937"/>
            <a:chOff x="7296765" y="5585957"/>
            <a:chExt cx="822960" cy="457200"/>
          </a:xfrm>
        </p:grpSpPr>
        <p:sp>
          <p:nvSpPr>
            <p:cNvPr id="171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72" name="Freeform 92"/>
            <p:cNvSpPr>
              <a:spLocks/>
            </p:cNvSpPr>
            <p:nvPr/>
          </p:nvSpPr>
          <p:spPr bwMode="hidden">
            <a:xfrm>
              <a:off x="7555052" y="5702639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4" name="Text Box 53" descr="astonsilver_rectangle"/>
          <p:cNvSpPr txBox="1">
            <a:spLocks noChangeArrowheads="1"/>
          </p:cNvSpPr>
          <p:nvPr/>
        </p:nvSpPr>
        <p:spPr bwMode="auto">
          <a:xfrm>
            <a:off x="3771041" y="5798802"/>
            <a:ext cx="588486" cy="305368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lvl="0" fontAlgn="auto">
              <a:spcBef>
                <a:spcPts val="0"/>
              </a:spcBef>
              <a:spcAft>
                <a:spcPct val="30000"/>
              </a:spcAft>
              <a:defRPr/>
            </a:pPr>
            <a:r>
              <a:rPr lang="en-GB" sz="2000" b="1" kern="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X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176" name="Group 175"/>
          <p:cNvGrpSpPr/>
          <p:nvPr/>
        </p:nvGrpSpPr>
        <p:grpSpPr>
          <a:xfrm>
            <a:off x="5533903" y="5777233"/>
            <a:ext cx="588486" cy="326937"/>
            <a:chOff x="5533903" y="6118224"/>
            <a:chExt cx="822960" cy="457200"/>
          </a:xfrm>
        </p:grpSpPr>
        <p:sp>
          <p:nvSpPr>
            <p:cNvPr id="17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611822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78" name="Freeform 92"/>
            <p:cNvSpPr>
              <a:spLocks/>
            </p:cNvSpPr>
            <p:nvPr/>
          </p:nvSpPr>
          <p:spPr bwMode="hidden">
            <a:xfrm>
              <a:off x="5792190" y="623490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7296765" y="5777233"/>
            <a:ext cx="588486" cy="326937"/>
            <a:chOff x="7296765" y="6118224"/>
            <a:chExt cx="822960" cy="457200"/>
          </a:xfrm>
        </p:grpSpPr>
        <p:sp>
          <p:nvSpPr>
            <p:cNvPr id="18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7296765" y="611822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81" name="Freeform 92"/>
            <p:cNvSpPr>
              <a:spLocks/>
            </p:cNvSpPr>
            <p:nvPr/>
          </p:nvSpPr>
          <p:spPr bwMode="hidden">
            <a:xfrm>
              <a:off x="7555052" y="6234906"/>
              <a:ext cx="306387" cy="223837"/>
            </a:xfrm>
            <a:custGeom>
              <a:avLst/>
              <a:gdLst>
                <a:gd name="T0" fmla="*/ 10 w 276"/>
                <a:gd name="T1" fmla="*/ 9 h 281"/>
                <a:gd name="T2" fmla="*/ 0 w 276"/>
                <a:gd name="T3" fmla="*/ 11 h 281"/>
                <a:gd name="T4" fmla="*/ 19 w 276"/>
                <a:gd name="T5" fmla="*/ 18 h 281"/>
                <a:gd name="T6" fmla="*/ 28 w 276"/>
                <a:gd name="T7" fmla="*/ 17 h 281"/>
                <a:gd name="T8" fmla="*/ 38 w 276"/>
                <a:gd name="T9" fmla="*/ 10 h 281"/>
                <a:gd name="T10" fmla="*/ 66 w 276"/>
                <a:gd name="T11" fmla="*/ 1 h 281"/>
                <a:gd name="T12" fmla="*/ 34 w 276"/>
                <a:gd name="T13" fmla="*/ 8 h 281"/>
                <a:gd name="T14" fmla="*/ 19 w 276"/>
                <a:gd name="T15" fmla="*/ 12 h 281"/>
                <a:gd name="T16" fmla="*/ 10 w 276"/>
                <a:gd name="T17" fmla="*/ 9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6"/>
                <a:gd name="T28" fmla="*/ 0 h 281"/>
                <a:gd name="T29" fmla="*/ 276 w 276"/>
                <a:gd name="T30" fmla="*/ 281 h 2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6" h="281">
                  <a:moveTo>
                    <a:pt x="45" y="134"/>
                  </a:moveTo>
                  <a:cubicBezTo>
                    <a:pt x="32" y="129"/>
                    <a:pt x="21" y="143"/>
                    <a:pt x="0" y="164"/>
                  </a:cubicBezTo>
                  <a:cubicBezTo>
                    <a:pt x="63" y="215"/>
                    <a:pt x="59" y="270"/>
                    <a:pt x="78" y="281"/>
                  </a:cubicBezTo>
                  <a:cubicBezTo>
                    <a:pt x="99" y="269"/>
                    <a:pt x="98" y="272"/>
                    <a:pt x="117" y="260"/>
                  </a:cubicBezTo>
                  <a:cubicBezTo>
                    <a:pt x="123" y="235"/>
                    <a:pt x="127" y="192"/>
                    <a:pt x="158" y="148"/>
                  </a:cubicBezTo>
                  <a:cubicBezTo>
                    <a:pt x="189" y="104"/>
                    <a:pt x="276" y="10"/>
                    <a:pt x="273" y="5"/>
                  </a:cubicBezTo>
                  <a:cubicBezTo>
                    <a:pt x="270" y="0"/>
                    <a:pt x="163" y="90"/>
                    <a:pt x="138" y="116"/>
                  </a:cubicBezTo>
                  <a:cubicBezTo>
                    <a:pt x="113" y="142"/>
                    <a:pt x="99" y="163"/>
                    <a:pt x="79" y="192"/>
                  </a:cubicBezTo>
                  <a:cubicBezTo>
                    <a:pt x="66" y="173"/>
                    <a:pt x="71" y="161"/>
                    <a:pt x="45" y="134"/>
                  </a:cubicBezTo>
                  <a:close/>
                </a:path>
              </a:pathLst>
            </a:custGeom>
            <a:solidFill>
              <a:srgbClr val="00800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4652472" y="5777233"/>
            <a:ext cx="588486" cy="326937"/>
            <a:chOff x="4652472" y="6118224"/>
            <a:chExt cx="822960" cy="457200"/>
          </a:xfrm>
        </p:grpSpPr>
        <p:sp>
          <p:nvSpPr>
            <p:cNvPr id="18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611822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84" name="Rectangle 230"/>
            <p:cNvSpPr>
              <a:spLocks noChangeArrowheads="1"/>
            </p:cNvSpPr>
            <p:nvPr/>
          </p:nvSpPr>
          <p:spPr bwMode="auto">
            <a:xfrm>
              <a:off x="4886946" y="6148387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4673210" y="2943993"/>
            <a:ext cx="588486" cy="326937"/>
            <a:chOff x="4652472" y="2392331"/>
            <a:chExt cx="822960" cy="457200"/>
          </a:xfrm>
        </p:grpSpPr>
        <p:sp>
          <p:nvSpPr>
            <p:cNvPr id="186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2392331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87" name="Rectangle 230"/>
            <p:cNvSpPr>
              <a:spLocks noChangeArrowheads="1"/>
            </p:cNvSpPr>
            <p:nvPr/>
          </p:nvSpPr>
          <p:spPr bwMode="auto">
            <a:xfrm>
              <a:off x="4886946" y="242249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4652472" y="3348777"/>
            <a:ext cx="588486" cy="326937"/>
            <a:chOff x="4652472" y="2924602"/>
            <a:chExt cx="822960" cy="457200"/>
          </a:xfrm>
        </p:grpSpPr>
        <p:sp>
          <p:nvSpPr>
            <p:cNvPr id="18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90" name="Rectangle 230"/>
            <p:cNvSpPr>
              <a:spLocks noChangeArrowheads="1"/>
            </p:cNvSpPr>
            <p:nvPr/>
          </p:nvSpPr>
          <p:spPr bwMode="auto">
            <a:xfrm>
              <a:off x="4886946" y="295476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1" name="Group 190"/>
          <p:cNvGrpSpPr/>
          <p:nvPr/>
        </p:nvGrpSpPr>
        <p:grpSpPr>
          <a:xfrm>
            <a:off x="4652472" y="3715674"/>
            <a:ext cx="588486" cy="326937"/>
            <a:chOff x="4652472" y="3456873"/>
            <a:chExt cx="822960" cy="457200"/>
          </a:xfrm>
        </p:grpSpPr>
        <p:sp>
          <p:nvSpPr>
            <p:cNvPr id="19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93" name="Rectangle 230"/>
            <p:cNvSpPr>
              <a:spLocks noChangeArrowheads="1"/>
            </p:cNvSpPr>
            <p:nvPr/>
          </p:nvSpPr>
          <p:spPr bwMode="auto">
            <a:xfrm>
              <a:off x="4886946" y="348703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4" name="Group 193"/>
          <p:cNvGrpSpPr/>
          <p:nvPr/>
        </p:nvGrpSpPr>
        <p:grpSpPr>
          <a:xfrm>
            <a:off x="4652472" y="4096121"/>
            <a:ext cx="588486" cy="326937"/>
            <a:chOff x="4652472" y="3989144"/>
            <a:chExt cx="822960" cy="457200"/>
          </a:xfrm>
        </p:grpSpPr>
        <p:sp>
          <p:nvSpPr>
            <p:cNvPr id="19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96" name="Rectangle 230"/>
            <p:cNvSpPr>
              <a:spLocks noChangeArrowheads="1"/>
            </p:cNvSpPr>
            <p:nvPr/>
          </p:nvSpPr>
          <p:spPr bwMode="auto">
            <a:xfrm>
              <a:off x="4886946" y="401930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97" name="Group 196"/>
          <p:cNvGrpSpPr/>
          <p:nvPr/>
        </p:nvGrpSpPr>
        <p:grpSpPr>
          <a:xfrm>
            <a:off x="4652472" y="4880714"/>
            <a:ext cx="588486" cy="326937"/>
            <a:chOff x="4652472" y="5053686"/>
            <a:chExt cx="822960" cy="457200"/>
          </a:xfrm>
        </p:grpSpPr>
        <p:sp>
          <p:nvSpPr>
            <p:cNvPr id="19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99" name="Rectangle 230"/>
            <p:cNvSpPr>
              <a:spLocks noChangeArrowheads="1"/>
            </p:cNvSpPr>
            <p:nvPr/>
          </p:nvSpPr>
          <p:spPr bwMode="auto">
            <a:xfrm>
              <a:off x="4886946" y="508384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4689796" y="4485789"/>
            <a:ext cx="588486" cy="326937"/>
            <a:chOff x="4652472" y="4521415"/>
            <a:chExt cx="822960" cy="457200"/>
          </a:xfrm>
        </p:grpSpPr>
        <p:sp>
          <p:nvSpPr>
            <p:cNvPr id="201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02" name="Rectangle 230"/>
            <p:cNvSpPr>
              <a:spLocks noChangeArrowheads="1"/>
            </p:cNvSpPr>
            <p:nvPr/>
          </p:nvSpPr>
          <p:spPr bwMode="auto">
            <a:xfrm>
              <a:off x="4886946" y="455157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4652472" y="5328404"/>
            <a:ext cx="588486" cy="326937"/>
            <a:chOff x="4652472" y="5585957"/>
            <a:chExt cx="822960" cy="457200"/>
          </a:xfrm>
        </p:grpSpPr>
        <p:sp>
          <p:nvSpPr>
            <p:cNvPr id="204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4652472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05" name="Rectangle 230"/>
            <p:cNvSpPr>
              <a:spLocks noChangeArrowheads="1"/>
            </p:cNvSpPr>
            <p:nvPr/>
          </p:nvSpPr>
          <p:spPr bwMode="auto">
            <a:xfrm>
              <a:off x="4886946" y="561611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06" name="Group 205"/>
          <p:cNvGrpSpPr/>
          <p:nvPr/>
        </p:nvGrpSpPr>
        <p:grpSpPr>
          <a:xfrm>
            <a:off x="3771041" y="4880714"/>
            <a:ext cx="588486" cy="326937"/>
            <a:chOff x="3771041" y="5053686"/>
            <a:chExt cx="822960" cy="457200"/>
          </a:xfrm>
        </p:grpSpPr>
        <p:sp>
          <p:nvSpPr>
            <p:cNvPr id="20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3771041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08" name="Rectangle 230"/>
            <p:cNvSpPr>
              <a:spLocks noChangeArrowheads="1"/>
            </p:cNvSpPr>
            <p:nvPr/>
          </p:nvSpPr>
          <p:spPr bwMode="auto">
            <a:xfrm>
              <a:off x="4005515" y="508384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09" name="Group 208"/>
          <p:cNvGrpSpPr/>
          <p:nvPr/>
        </p:nvGrpSpPr>
        <p:grpSpPr>
          <a:xfrm>
            <a:off x="5533903" y="4880714"/>
            <a:ext cx="588486" cy="326937"/>
            <a:chOff x="5533903" y="5053686"/>
            <a:chExt cx="822960" cy="457200"/>
          </a:xfrm>
        </p:grpSpPr>
        <p:sp>
          <p:nvSpPr>
            <p:cNvPr id="21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5533903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11" name="Rectangle 230"/>
            <p:cNvSpPr>
              <a:spLocks noChangeArrowheads="1"/>
            </p:cNvSpPr>
            <p:nvPr/>
          </p:nvSpPr>
          <p:spPr bwMode="auto">
            <a:xfrm>
              <a:off x="5786446" y="5083844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8178196" y="2516153"/>
            <a:ext cx="588486" cy="326937"/>
            <a:chOff x="8178196" y="1864268"/>
            <a:chExt cx="822960" cy="457200"/>
          </a:xfrm>
        </p:grpSpPr>
        <p:sp>
          <p:nvSpPr>
            <p:cNvPr id="21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1864268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14" name="Rectangle 230"/>
            <p:cNvSpPr>
              <a:spLocks noChangeArrowheads="1"/>
            </p:cNvSpPr>
            <p:nvPr/>
          </p:nvSpPr>
          <p:spPr bwMode="auto">
            <a:xfrm>
              <a:off x="8412670" y="1894431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8178196" y="3348777"/>
            <a:ext cx="588486" cy="326937"/>
            <a:chOff x="8178196" y="2924602"/>
            <a:chExt cx="822960" cy="457200"/>
          </a:xfrm>
        </p:grpSpPr>
        <p:sp>
          <p:nvSpPr>
            <p:cNvPr id="216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2924602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17" name="Rectangle 230"/>
            <p:cNvSpPr>
              <a:spLocks noChangeArrowheads="1"/>
            </p:cNvSpPr>
            <p:nvPr/>
          </p:nvSpPr>
          <p:spPr bwMode="auto">
            <a:xfrm>
              <a:off x="8412670" y="296113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8" name="Group 217"/>
          <p:cNvGrpSpPr/>
          <p:nvPr/>
        </p:nvGrpSpPr>
        <p:grpSpPr>
          <a:xfrm>
            <a:off x="8178196" y="3715674"/>
            <a:ext cx="588486" cy="326937"/>
            <a:chOff x="8178196" y="3456873"/>
            <a:chExt cx="822960" cy="457200"/>
          </a:xfrm>
        </p:grpSpPr>
        <p:sp>
          <p:nvSpPr>
            <p:cNvPr id="219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3456873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20" name="Rectangle 230"/>
            <p:cNvSpPr>
              <a:spLocks noChangeArrowheads="1"/>
            </p:cNvSpPr>
            <p:nvPr/>
          </p:nvSpPr>
          <p:spPr bwMode="auto">
            <a:xfrm>
              <a:off x="8412670" y="349340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8178196" y="4096121"/>
            <a:ext cx="588486" cy="326937"/>
            <a:chOff x="8178196" y="3989144"/>
            <a:chExt cx="822960" cy="457200"/>
          </a:xfrm>
        </p:grpSpPr>
        <p:sp>
          <p:nvSpPr>
            <p:cNvPr id="222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398914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23" name="Rectangle 230"/>
            <p:cNvSpPr>
              <a:spLocks noChangeArrowheads="1"/>
            </p:cNvSpPr>
            <p:nvPr/>
          </p:nvSpPr>
          <p:spPr bwMode="auto">
            <a:xfrm>
              <a:off x="8412670" y="402567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8178196" y="4880714"/>
            <a:ext cx="588486" cy="326937"/>
            <a:chOff x="8178196" y="5053686"/>
            <a:chExt cx="822960" cy="457200"/>
          </a:xfrm>
        </p:grpSpPr>
        <p:sp>
          <p:nvSpPr>
            <p:cNvPr id="225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5053686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26" name="Rectangle 230"/>
            <p:cNvSpPr>
              <a:spLocks noChangeArrowheads="1"/>
            </p:cNvSpPr>
            <p:nvPr/>
          </p:nvSpPr>
          <p:spPr bwMode="auto">
            <a:xfrm>
              <a:off x="8412670" y="509021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8178196" y="4485789"/>
            <a:ext cx="588486" cy="326937"/>
            <a:chOff x="8178196" y="4521415"/>
            <a:chExt cx="822960" cy="457200"/>
          </a:xfrm>
        </p:grpSpPr>
        <p:sp>
          <p:nvSpPr>
            <p:cNvPr id="228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4521415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29" name="Rectangle 230"/>
            <p:cNvSpPr>
              <a:spLocks noChangeArrowheads="1"/>
            </p:cNvSpPr>
            <p:nvPr/>
          </p:nvSpPr>
          <p:spPr bwMode="auto">
            <a:xfrm>
              <a:off x="8412670" y="455794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0" name="Group 229"/>
          <p:cNvGrpSpPr/>
          <p:nvPr/>
        </p:nvGrpSpPr>
        <p:grpSpPr>
          <a:xfrm>
            <a:off x="8178196" y="5328404"/>
            <a:ext cx="588486" cy="326937"/>
            <a:chOff x="8178196" y="5585957"/>
            <a:chExt cx="822960" cy="457200"/>
          </a:xfrm>
        </p:grpSpPr>
        <p:sp>
          <p:nvSpPr>
            <p:cNvPr id="231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32" name="Rectangle 230"/>
            <p:cNvSpPr>
              <a:spLocks noChangeArrowheads="1"/>
            </p:cNvSpPr>
            <p:nvPr/>
          </p:nvSpPr>
          <p:spPr bwMode="auto">
            <a:xfrm>
              <a:off x="8412670" y="562248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8178196" y="5777233"/>
            <a:ext cx="588486" cy="326937"/>
            <a:chOff x="8178196" y="6118224"/>
            <a:chExt cx="822960" cy="457200"/>
          </a:xfrm>
        </p:grpSpPr>
        <p:sp>
          <p:nvSpPr>
            <p:cNvPr id="234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8178196" y="611822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35" name="Rectangle 230"/>
            <p:cNvSpPr>
              <a:spLocks noChangeArrowheads="1"/>
            </p:cNvSpPr>
            <p:nvPr/>
          </p:nvSpPr>
          <p:spPr bwMode="auto">
            <a:xfrm>
              <a:off x="8412670" y="6148387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2928926" y="5328404"/>
            <a:ext cx="588486" cy="326937"/>
            <a:chOff x="2889610" y="5585957"/>
            <a:chExt cx="822960" cy="457200"/>
          </a:xfrm>
        </p:grpSpPr>
        <p:sp>
          <p:nvSpPr>
            <p:cNvPr id="237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2889610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38" name="Rectangle 230"/>
            <p:cNvSpPr>
              <a:spLocks noChangeArrowheads="1"/>
            </p:cNvSpPr>
            <p:nvPr/>
          </p:nvSpPr>
          <p:spPr bwMode="auto">
            <a:xfrm>
              <a:off x="3124084" y="562248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6415334" y="5328404"/>
            <a:ext cx="588486" cy="326937"/>
            <a:chOff x="6415334" y="5585957"/>
            <a:chExt cx="822960" cy="457200"/>
          </a:xfrm>
        </p:grpSpPr>
        <p:sp>
          <p:nvSpPr>
            <p:cNvPr id="240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5585957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41" name="Rectangle 230"/>
            <p:cNvSpPr>
              <a:spLocks noChangeArrowheads="1"/>
            </p:cNvSpPr>
            <p:nvPr/>
          </p:nvSpPr>
          <p:spPr bwMode="auto">
            <a:xfrm>
              <a:off x="6643702" y="5622488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6415334" y="5777233"/>
            <a:ext cx="588486" cy="326937"/>
            <a:chOff x="6415334" y="6118224"/>
            <a:chExt cx="822960" cy="457200"/>
          </a:xfrm>
        </p:grpSpPr>
        <p:sp>
          <p:nvSpPr>
            <p:cNvPr id="243" name="Text Box 53" descr="astonsilver_rectangle"/>
            <p:cNvSpPr txBox="1">
              <a:spLocks noChangeArrowheads="1"/>
            </p:cNvSpPr>
            <p:nvPr/>
          </p:nvSpPr>
          <p:spPr bwMode="auto">
            <a:xfrm>
              <a:off x="6415334" y="6118224"/>
              <a:ext cx="822960" cy="4572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30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244" name="Rectangle 230"/>
            <p:cNvSpPr>
              <a:spLocks noChangeArrowheads="1"/>
            </p:cNvSpPr>
            <p:nvPr/>
          </p:nvSpPr>
          <p:spPr bwMode="auto">
            <a:xfrm>
              <a:off x="6643702" y="6148387"/>
              <a:ext cx="354012" cy="3968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X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523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theme/theme1.xml><?xml version="1.0" encoding="utf-8"?>
<a:theme xmlns:a="http://schemas.openxmlformats.org/drawingml/2006/main" name="Gulf Air presentation template">
  <a:themeElements>
    <a:clrScheme name="Gulf Air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B30838"/>
      </a:accent1>
      <a:accent2>
        <a:srgbClr val="FBB040"/>
      </a:accent2>
      <a:accent3>
        <a:srgbClr val="00B5CC"/>
      </a:accent3>
      <a:accent4>
        <a:srgbClr val="007161"/>
      </a:accent4>
      <a:accent5>
        <a:srgbClr val="1D1915"/>
      </a:accent5>
      <a:accent6>
        <a:srgbClr val="2D2D8A"/>
      </a:accent6>
      <a:hlink>
        <a:srgbClr val="2D2D8A"/>
      </a:hlink>
      <a:folHlink>
        <a:srgbClr val="B30838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2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2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1ec43b7-d2ed-4568-98a2-58bda5b323f6">JSDJSRKXV77M-10-16782</_dlc_DocId>
    <_dlc_DocIdUrl xmlns="41ec43b7-d2ed-4568-98a2-58bda5b323f6">
      <Url>https://gfportal.mygulfair.com/sites/FlightOpssup/mfd/_layouts/15/DocIdRedir.aspx?ID=JSDJSRKXV77M-10-16782</Url>
      <Description>JSDJSRKXV77M-10-16782</Description>
    </_dlc_DocIdUrl>
    <SharedWithUsers xmlns="879619bd-9c64-4438-9cfb-6cc2523610c8">
      <UserInfo>
        <DisplayName/>
        <AccountId xsi:nil="true"/>
        <AccountType/>
      </UserInfo>
    </SharedWithUsers>
    <lcf76f155ced4ddcb4097134ff3c332f xmlns="879619bd-9c64-4438-9cfb-6cc2523610c8">
      <Terms xmlns="http://schemas.microsoft.com/office/infopath/2007/PartnerControls"/>
    </lcf76f155ced4ddcb4097134ff3c332f>
    <TaxCatchAll xmlns="41ec43b7-d2ed-4568-98a2-58bda5b323f6" xsi:nil="true"/>
    <time xmlns="879619bd-9c64-4438-9cfb-6cc2523610c8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18FE6AA178E6478992083FFA70D07F" ma:contentTypeVersion="18" ma:contentTypeDescription="Create a new document." ma:contentTypeScope="" ma:versionID="a6e13939ace6a961d087f00245247819">
  <xsd:schema xmlns:xsd="http://www.w3.org/2001/XMLSchema" xmlns:xs="http://www.w3.org/2001/XMLSchema" xmlns:p="http://schemas.microsoft.com/office/2006/metadata/properties" xmlns:ns2="41ec43b7-d2ed-4568-98a2-58bda5b323f6" xmlns:ns3="879619bd-9c64-4438-9cfb-6cc2523610c8" targetNamespace="http://schemas.microsoft.com/office/2006/metadata/properties" ma:root="true" ma:fieldsID="f3beb91a6e2ea70d92250ca9863f8e3a" ns2:_="" ns3:_="">
    <xsd:import namespace="41ec43b7-d2ed-4568-98a2-58bda5b323f6"/>
    <xsd:import namespace="879619bd-9c64-4438-9cfb-6cc2523610c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haredWithUsers" minOccurs="0"/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DateTaken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c43b7-d2ed-4568-98a2-58bda5b323f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bc686c-a5f8-4248-b0d7-9398f8430bdd}" ma:internalName="TaxCatchAll" ma:showField="CatchAllData" ma:web="41ec43b7-d2ed-4568-98a2-58bda5b32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619bd-9c64-4438-9cfb-6cc2523610c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497bf98-782a-4b69-b8fd-65a7f9ff98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ime" ma:index="25" nillable="true" ma:displayName="time" ma:format="DateOnly" ma:internalName="tim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043507-5627-416B-B7E4-6FABE3D340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9A1231-D209-41F8-AF4D-0C2B0CB9C330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91895EF-8DFB-491E-96D5-F676D85722EE}">
  <ds:schemaRefs>
    <ds:schemaRef ds:uri="http://schemas.microsoft.com/office/2006/metadata/properties"/>
    <ds:schemaRef ds:uri="http://schemas.microsoft.com/office/infopath/2007/PartnerControls"/>
    <ds:schemaRef ds:uri="41ec43b7-d2ed-4568-98a2-58bda5b323f6"/>
    <ds:schemaRef ds:uri="879619bd-9c64-4438-9cfb-6cc2523610c8"/>
  </ds:schemaRefs>
</ds:datastoreItem>
</file>

<file path=customXml/itemProps4.xml><?xml version="1.0" encoding="utf-8"?>
<ds:datastoreItem xmlns:ds="http://schemas.openxmlformats.org/officeDocument/2006/customXml" ds:itemID="{4328562F-CCF9-4332-A01F-C089C18DB4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ec43b7-d2ed-4568-98a2-58bda5b323f6"/>
    <ds:schemaRef ds:uri="879619bd-9c64-4438-9cfb-6cc2523610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251</Words>
  <Application>Microsoft Office PowerPoint</Application>
  <PresentationFormat>On-screen Show (4:3)</PresentationFormat>
  <Paragraphs>104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Gulf Air presentation template</vt:lpstr>
      <vt:lpstr>PowerPoint Presentation</vt:lpstr>
      <vt:lpstr>Objectives</vt:lpstr>
      <vt:lpstr>Company Authority </vt:lpstr>
      <vt:lpstr>Regulatory Authority</vt:lpstr>
      <vt:lpstr>Regulatory Requirements </vt:lpstr>
      <vt:lpstr>Gulf Air Operations Manual System </vt:lpstr>
      <vt:lpstr>Gulf Air Operations Manual System </vt:lpstr>
      <vt:lpstr>Gulf Air Operations Manual System </vt:lpstr>
      <vt:lpstr>Gulf Air Operations Manual System </vt:lpstr>
      <vt:lpstr>Gulf Air Operations Manual System </vt:lpstr>
      <vt:lpstr>Gulf Air Operations Manual System </vt:lpstr>
      <vt:lpstr>Gulf Air Operations Manual System </vt:lpstr>
      <vt:lpstr>Gulf Air Operations Manual System </vt:lpstr>
    </vt:vector>
  </TitlesOfParts>
  <Company>GulfAir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DISPATCH RECURRENT COURSE</dc:title>
  <dc:creator>505886</dc:creator>
  <cp:lastModifiedBy>Wael Mohamed</cp:lastModifiedBy>
  <cp:revision>155</cp:revision>
  <dcterms:created xsi:type="dcterms:W3CDTF">2010-05-09T11:32:51Z</dcterms:created>
  <dcterms:modified xsi:type="dcterms:W3CDTF">2026-09-21T07:54:34Z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671e4b0c-5fbd-49fd-9dfb-7ac8987229f8</vt:lpwstr>
  </property>
  <property fmtid="{D5CDD505-2E9C-101B-9397-08002B2CF9AE}" pid="3" name="ContentTypeId">
    <vt:lpwstr>0x010100A318FE6AA178E6478992083FFA70D07F</vt:lpwstr>
  </property>
  <property fmtid="{D5CDD505-2E9C-101B-9397-08002B2CF9AE}" pid="4" name="Document ID Value">
    <vt:lpwstr>JSDJSRKXV77M-10-16782</vt:lpwstr>
  </property>
  <property fmtid="{D5CDD505-2E9C-101B-9397-08002B2CF9AE}" pid="5" name="Order">
    <vt:r8>1678200</vt:r8>
  </property>
</Properties>
</file>